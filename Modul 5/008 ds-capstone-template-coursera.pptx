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2" r:id="rId4"/>
  </p:sldMasterIdLst>
  <p:notesMasterIdLst>
    <p:notesMasterId r:id="rId57"/>
  </p:notesMasterIdLst>
  <p:handoutMasterIdLst>
    <p:handoutMasterId r:id="rId58"/>
  </p:handoutMasterIdLst>
  <p:sldIdLst>
    <p:sldId id="327" r:id="rId5"/>
    <p:sldId id="330" r:id="rId6"/>
    <p:sldId id="331" r:id="rId7"/>
    <p:sldId id="332" r:id="rId8"/>
    <p:sldId id="298" r:id="rId9"/>
    <p:sldId id="334" r:id="rId10"/>
    <p:sldId id="263" r:id="rId11"/>
    <p:sldId id="299" r:id="rId12"/>
    <p:sldId id="302" r:id="rId13"/>
    <p:sldId id="264" r:id="rId14"/>
    <p:sldId id="266" r:id="rId15"/>
    <p:sldId id="335" r:id="rId16"/>
    <p:sldId id="265" r:id="rId17"/>
    <p:sldId id="276" r:id="rId18"/>
    <p:sldId id="336" r:id="rId19"/>
    <p:sldId id="303" r:id="rId20"/>
    <p:sldId id="337" r:id="rId21"/>
    <p:sldId id="293" r:id="rId22"/>
    <p:sldId id="338" r:id="rId23"/>
    <p:sldId id="277" r:id="rId24"/>
    <p:sldId id="339" r:id="rId25"/>
    <p:sldId id="340" r:id="rId26"/>
    <p:sldId id="284" r:id="rId27"/>
    <p:sldId id="269" r:id="rId28"/>
    <p:sldId id="305" r:id="rId29"/>
    <p:sldId id="341" r:id="rId30"/>
    <p:sldId id="306" r:id="rId31"/>
    <p:sldId id="308" r:id="rId32"/>
    <p:sldId id="270" r:id="rId33"/>
    <p:sldId id="309" r:id="rId34"/>
    <p:sldId id="310" r:id="rId35"/>
    <p:sldId id="311" r:id="rId36"/>
    <p:sldId id="312" r:id="rId37"/>
    <p:sldId id="314" r:id="rId38"/>
    <p:sldId id="313" r:id="rId39"/>
    <p:sldId id="315" r:id="rId40"/>
    <p:sldId id="316" r:id="rId41"/>
    <p:sldId id="317" r:id="rId42"/>
    <p:sldId id="294" r:id="rId43"/>
    <p:sldId id="296" r:id="rId44"/>
    <p:sldId id="318" r:id="rId45"/>
    <p:sldId id="319" r:id="rId46"/>
    <p:sldId id="321" r:id="rId47"/>
    <p:sldId id="322" r:id="rId48"/>
    <p:sldId id="323" r:id="rId49"/>
    <p:sldId id="324" r:id="rId50"/>
    <p:sldId id="288" r:id="rId51"/>
    <p:sldId id="289" r:id="rId52"/>
    <p:sldId id="320" r:id="rId53"/>
    <p:sldId id="274" r:id="rId54"/>
    <p:sldId id="275" r:id="rId55"/>
    <p:sldId id="329" r:id="rId56"/>
  </p:sldIdLst>
  <p:sldSz cx="12192000" cy="6858000"/>
  <p:notesSz cx="6858000" cy="18573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Leon Katsnelson" initials="LK" lastIdx="21" clrIdx="4">
    <p:extLst>
      <p:ext uri="{19B8F6BF-5375-455C-9EA6-DF929625EA0E}">
        <p15:presenceInfo xmlns:p15="http://schemas.microsoft.com/office/powerpoint/2012/main" userId="S::leon@ca.ibm.com::68697268-d1ba-4c91-8538-7f4d439d4f70" providerId="AD"/>
      </p:ext>
    </p:extLst>
  </p:cmAuthor>
  <p:cmAuthor id="6" name="YAN LUO" initials="YL"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48CB"/>
    <a:srgbClr val="0B49CB"/>
    <a:srgbClr val="F2F4F8"/>
    <a:srgbClr val="1C7DDB"/>
    <a:srgbClr val="121619"/>
    <a:srgbClr val="F2F2F2"/>
    <a:srgbClr val="145579"/>
    <a:srgbClr val="3A6483"/>
    <a:srgbClr val="204E79"/>
    <a:srgbClr val="0054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8C9EB8-3540-3DFA-9212-535EE18E0E11}" v="77" dt="2021-07-12T20:33:42.116"/>
    <p1510:client id="{10340FDF-B15C-4CFF-B487-146F9B98A252}" v="28" dt="2021-08-10T21:47:37.589"/>
    <p1510:client id="{3BA0D230-C853-4667-83F9-D85E65BD4B24}" v="2" dt="2021-08-19T16:32:24.566"/>
    <p1510:client id="{5A0AAAB8-49A6-F942-A54D-C6F3E5FF3A63}" v="89" dt="2021-07-13T17:54:45.232"/>
    <p1510:client id="{76DF6DB8-F2E5-6C48-9ABE-786D868B0110}" v="955" dt="2021-07-13T17:56:41.616"/>
    <p1510:client id="{7FB42E05-DEC9-4126-B474-47B35F363E13}" v="30" dt="2021-07-12T20:25:12.855"/>
    <p1510:client id="{82D0390A-222A-332D-F9F9-70D15093EB60}" v="22" dt="2021-07-13T17:51:30.429"/>
    <p1510:client id="{86B35720-4193-446F-B2D5-9AD9984A55EF}" v="513" dt="2021-08-19T14:59:06.521"/>
    <p1510:client id="{998F4E3E-1A76-4A6B-98B6-08752F3768B3}" v="4" dt="2021-08-10T21:41:11.021"/>
    <p1510:client id="{9F30A1D2-6717-426C-A658-3A50309723ED}" v="4" dt="2021-08-10T21:42:35.526"/>
    <p1510:client id="{B63C8988-E1D3-4A52-8229-FA8C5EBD2ECD}" v="357" dt="2021-08-19T14:01:44.876"/>
    <p1510:client id="{C083896D-BE66-E85C-897C-A6AD0DF65F8C}" v="2226" dt="2021-07-13T17:34:38.142"/>
    <p1510:client id="{CC69BAD0-B878-4D5F-9EDC-F1CFB63E14B5}" v="190" dt="2021-08-18T18:06:57.811"/>
  </p1510:revLst>
</p1510:revInfo>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501"/>
    <p:restoredTop sz="85174"/>
  </p:normalViewPr>
  <p:slideViewPr>
    <p:cSldViewPr snapToGrid="0" snapToObjects="1">
      <p:cViewPr varScale="1">
        <p:scale>
          <a:sx n="96" d="100"/>
          <a:sy n="96" d="100"/>
        </p:scale>
        <p:origin x="1410" y="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naasgaraly@ibm.com" clId="Web-{CC69BAD0-B878-4D5F-9EDC-F1CFB63E14B5}"/>
    <pc:docChg chg="modSld">
      <pc:chgData name="annaasgaraly@ibm.com" userId="" providerId="" clId="Web-{CC69BAD0-B878-4D5F-9EDC-F1CFB63E14B5}" dt="2021-08-18T18:06:57.811" v="102"/>
      <pc:docMkLst>
        <pc:docMk/>
      </pc:docMkLst>
      <pc:sldChg chg="modSp mod setBg">
        <pc:chgData name="annaasgaraly@ibm.com" userId="" providerId="" clId="Web-{CC69BAD0-B878-4D5F-9EDC-F1CFB63E14B5}" dt="2021-08-18T18:06:06.057" v="76"/>
        <pc:sldMkLst>
          <pc:docMk/>
          <pc:sldMk cId="1553432724" sldId="262"/>
        </pc:sldMkLst>
        <pc:spChg chg="mod">
          <ac:chgData name="annaasgaraly@ibm.com" userId="" providerId="" clId="Web-{CC69BAD0-B878-4D5F-9EDC-F1CFB63E14B5}" dt="2021-08-18T18:01:46.694" v="21" actId="20577"/>
          <ac:spMkLst>
            <pc:docMk/>
            <pc:sldMk cId="1553432724" sldId="262"/>
            <ac:spMk id="7" creationId="{0BFEC426-B615-E549-83E5-140FD588BC64}"/>
          </ac:spMkLst>
        </pc:spChg>
        <pc:spChg chg="mod">
          <ac:chgData name="annaasgaraly@ibm.com" userId="" providerId="" clId="Web-{CC69BAD0-B878-4D5F-9EDC-F1CFB63E14B5}" dt="2021-08-18T18:01:43.726" v="19" actId="20577"/>
          <ac:spMkLst>
            <pc:docMk/>
            <pc:sldMk cId="1553432724" sldId="262"/>
            <ac:spMk id="13" creationId="{13C62649-0825-4926-8E2A-2EBCCFE00ECC}"/>
          </ac:spMkLst>
        </pc:spChg>
      </pc:sldChg>
      <pc:sldChg chg="modSp mod setBg">
        <pc:chgData name="annaasgaraly@ibm.com" userId="" providerId="" clId="Web-{CC69BAD0-B878-4D5F-9EDC-F1CFB63E14B5}" dt="2021-08-18T18:06:03.604" v="66"/>
        <pc:sldMkLst>
          <pc:docMk/>
          <pc:sldMk cId="3288665831" sldId="263"/>
        </pc:sldMkLst>
        <pc:spChg chg="mod">
          <ac:chgData name="annaasgaraly@ibm.com" userId="" providerId="" clId="Web-{CC69BAD0-B878-4D5F-9EDC-F1CFB63E14B5}" dt="2021-08-18T18:01:49.617" v="22" actId="20577"/>
          <ac:spMkLst>
            <pc:docMk/>
            <pc:sldMk cId="3288665831" sldId="263"/>
            <ac:spMk id="12" creationId="{D77AC1D2-8B41-4A7A-88CF-41E6B7D8C98D}"/>
          </ac:spMkLst>
        </pc:spChg>
      </pc:sldChg>
      <pc:sldChg chg="modSp mod setBg">
        <pc:chgData name="annaasgaraly@ibm.com" userId="" providerId="" clId="Web-{CC69BAD0-B878-4D5F-9EDC-F1CFB63E14B5}" dt="2021-08-18T18:06:04.338" v="69"/>
        <pc:sldMkLst>
          <pc:docMk/>
          <pc:sldMk cId="2987552906" sldId="264"/>
        </pc:sldMkLst>
        <pc:spChg chg="mod">
          <ac:chgData name="annaasgaraly@ibm.com" userId="" providerId="" clId="Web-{CC69BAD0-B878-4D5F-9EDC-F1CFB63E14B5}" dt="2021-08-18T18:02:01.914" v="25" actId="20577"/>
          <ac:spMkLst>
            <pc:docMk/>
            <pc:sldMk cId="2987552906" sldId="264"/>
            <ac:spMk id="8" creationId="{2A665A13-3129-46DF-B847-F273F3E96BE6}"/>
          </ac:spMkLst>
        </pc:spChg>
      </pc:sldChg>
      <pc:sldChg chg="modSp mod setBg">
        <pc:chgData name="annaasgaraly@ibm.com" userId="" providerId="" clId="Web-{CC69BAD0-B878-4D5F-9EDC-F1CFB63E14B5}" dt="2021-08-18T18:06:04.807" v="71"/>
        <pc:sldMkLst>
          <pc:docMk/>
          <pc:sldMk cId="1578726356" sldId="265"/>
        </pc:sldMkLst>
        <pc:spChg chg="mod">
          <ac:chgData name="annaasgaraly@ibm.com" userId="" providerId="" clId="Web-{CC69BAD0-B878-4D5F-9EDC-F1CFB63E14B5}" dt="2021-08-18T18:02:09.180" v="27" actId="20577"/>
          <ac:spMkLst>
            <pc:docMk/>
            <pc:sldMk cId="1578726356" sldId="265"/>
            <ac:spMk id="3" creationId="{32405FDA-CB27-4506-BA80-B7DD00CB25C5}"/>
          </ac:spMkLst>
        </pc:spChg>
      </pc:sldChg>
      <pc:sldChg chg="modSp mod setBg">
        <pc:chgData name="annaasgaraly@ibm.com" userId="" providerId="" clId="Web-{CC69BAD0-B878-4D5F-9EDC-F1CFB63E14B5}" dt="2021-08-18T18:06:04.573" v="70"/>
        <pc:sldMkLst>
          <pc:docMk/>
          <pc:sldMk cId="779971636" sldId="266"/>
        </pc:sldMkLst>
        <pc:spChg chg="mod">
          <ac:chgData name="annaasgaraly@ibm.com" userId="" providerId="" clId="Web-{CC69BAD0-B878-4D5F-9EDC-F1CFB63E14B5}" dt="2021-08-18T18:02:05.805" v="26" actId="20577"/>
          <ac:spMkLst>
            <pc:docMk/>
            <pc:sldMk cId="779971636" sldId="266"/>
            <ac:spMk id="3" creationId="{D9E97D81-A978-4758-8A93-47C19B104075}"/>
          </ac:spMkLst>
        </pc:spChg>
      </pc:sldChg>
      <pc:sldChg chg="modSp mod setBg">
        <pc:chgData name="annaasgaraly@ibm.com" userId="" providerId="" clId="Web-{CC69BAD0-B878-4D5F-9EDC-F1CFB63E14B5}" dt="2021-08-18T18:06:17.246" v="82"/>
        <pc:sldMkLst>
          <pc:docMk/>
          <pc:sldMk cId="3865605948" sldId="269"/>
        </pc:sldMkLst>
        <pc:spChg chg="mod">
          <ac:chgData name="annaasgaraly@ibm.com" userId="" providerId="" clId="Web-{CC69BAD0-B878-4D5F-9EDC-F1CFB63E14B5}" dt="2021-08-18T18:02:27.041" v="32" actId="20577"/>
          <ac:spMkLst>
            <pc:docMk/>
            <pc:sldMk cId="3865605948" sldId="269"/>
            <ac:spMk id="4" creationId="{54F4FCC5-6E7E-4FF0-BE45-680EEC392C9F}"/>
          </ac:spMkLst>
        </pc:spChg>
      </pc:sldChg>
      <pc:sldChg chg="modSp mod setBg">
        <pc:chgData name="annaasgaraly@ibm.com" userId="" providerId="" clId="Web-{CC69BAD0-B878-4D5F-9EDC-F1CFB63E14B5}" dt="2021-08-18T18:06:32.169" v="92"/>
        <pc:sldMkLst>
          <pc:docMk/>
          <pc:sldMk cId="2727850971" sldId="270"/>
        </pc:sldMkLst>
        <pc:spChg chg="mod">
          <ac:chgData name="annaasgaraly@ibm.com" userId="" providerId="" clId="Web-{CC69BAD0-B878-4D5F-9EDC-F1CFB63E14B5}" dt="2021-08-18T18:02:51.855" v="38" actId="20577"/>
          <ac:spMkLst>
            <pc:docMk/>
            <pc:sldMk cId="2727850971" sldId="270"/>
            <ac:spMk id="3" creationId="{86E60219-AE1B-47B6-9A1D-F2865D04BE52}"/>
          </ac:spMkLst>
        </pc:spChg>
      </pc:sldChg>
      <pc:sldChg chg="modSp mod setBg">
        <pc:chgData name="annaasgaraly@ibm.com" userId="" providerId="" clId="Web-{CC69BAD0-B878-4D5F-9EDC-F1CFB63E14B5}" dt="2021-08-18T18:06:57.358" v="100"/>
        <pc:sldMkLst>
          <pc:docMk/>
          <pc:sldMk cId="1630123617" sldId="274"/>
        </pc:sldMkLst>
        <pc:spChg chg="mod">
          <ac:chgData name="annaasgaraly@ibm.com" userId="" providerId="" clId="Web-{CC69BAD0-B878-4D5F-9EDC-F1CFB63E14B5}" dt="2021-08-18T18:04:11.221" v="58" actId="20577"/>
          <ac:spMkLst>
            <pc:docMk/>
            <pc:sldMk cId="1630123617" sldId="274"/>
            <ac:spMk id="9" creationId="{FB98079A-48C6-4E10-8AB1-B940BD1E42DF}"/>
          </ac:spMkLst>
        </pc:spChg>
      </pc:sldChg>
      <pc:sldChg chg="modSp mod setBg">
        <pc:chgData name="annaasgaraly@ibm.com" userId="" providerId="" clId="Web-{CC69BAD0-B878-4D5F-9EDC-F1CFB63E14B5}" dt="2021-08-18T18:06:57.592" v="101"/>
        <pc:sldMkLst>
          <pc:docMk/>
          <pc:sldMk cId="3410008520" sldId="275"/>
        </pc:sldMkLst>
        <pc:spChg chg="mod">
          <ac:chgData name="annaasgaraly@ibm.com" userId="" providerId="" clId="Web-{CC69BAD0-B878-4D5F-9EDC-F1CFB63E14B5}" dt="2021-08-18T18:04:14.549" v="59" actId="20577"/>
          <ac:spMkLst>
            <pc:docMk/>
            <pc:sldMk cId="3410008520" sldId="275"/>
            <ac:spMk id="11" creationId="{60F8A56C-5EE1-4DBF-842D-C2A130AA680E}"/>
          </ac:spMkLst>
        </pc:spChg>
      </pc:sldChg>
      <pc:sldChg chg="modSp mod setBg">
        <pc:chgData name="annaasgaraly@ibm.com" userId="" providerId="" clId="Web-{CC69BAD0-B878-4D5F-9EDC-F1CFB63E14B5}" dt="2021-08-18T18:06:05.057" v="72"/>
        <pc:sldMkLst>
          <pc:docMk/>
          <pc:sldMk cId="148114319" sldId="276"/>
        </pc:sldMkLst>
        <pc:spChg chg="mod">
          <ac:chgData name="annaasgaraly@ibm.com" userId="" providerId="" clId="Web-{CC69BAD0-B878-4D5F-9EDC-F1CFB63E14B5}" dt="2021-08-18T18:02:12.915" v="28" actId="20577"/>
          <ac:spMkLst>
            <pc:docMk/>
            <pc:sldMk cId="148114319" sldId="276"/>
            <ac:spMk id="3" creationId="{B28946E4-5BEF-46F0-A56A-E7E85ACA148F}"/>
          </ac:spMkLst>
        </pc:spChg>
      </pc:sldChg>
      <pc:sldChg chg="modSp mod setBg">
        <pc:chgData name="annaasgaraly@ibm.com" userId="" providerId="" clId="Web-{CC69BAD0-B878-4D5F-9EDC-F1CFB63E14B5}" dt="2021-08-18T18:06:05.792" v="75"/>
        <pc:sldMkLst>
          <pc:docMk/>
          <pc:sldMk cId="321008965" sldId="277"/>
        </pc:sldMkLst>
        <pc:spChg chg="mod">
          <ac:chgData name="annaasgaraly@ibm.com" userId="" providerId="" clId="Web-{CC69BAD0-B878-4D5F-9EDC-F1CFB63E14B5}" dt="2021-08-18T18:02:23.244" v="31" actId="20577"/>
          <ac:spMkLst>
            <pc:docMk/>
            <pc:sldMk cId="321008965" sldId="277"/>
            <ac:spMk id="7" creationId="{330F9542-6794-4F57-BB45-868D94AD06B0}"/>
          </ac:spMkLst>
        </pc:spChg>
      </pc:sldChg>
      <pc:sldChg chg="mod setBg">
        <pc:chgData name="annaasgaraly@ibm.com" userId="" providerId="" clId="Web-{CC69BAD0-B878-4D5F-9EDC-F1CFB63E14B5}" dt="2021-08-18T17:50:32.723" v="3"/>
        <pc:sldMkLst>
          <pc:docMk/>
          <pc:sldMk cId="3181088097" sldId="278"/>
        </pc:sldMkLst>
      </pc:sldChg>
      <pc:sldChg chg="mod setBg">
        <pc:chgData name="annaasgaraly@ibm.com" userId="" providerId="" clId="Web-{CC69BAD0-B878-4D5F-9EDC-F1CFB63E14B5}" dt="2021-08-18T17:50:22.097" v="2"/>
        <pc:sldMkLst>
          <pc:docMk/>
          <pc:sldMk cId="178270660" sldId="284"/>
        </pc:sldMkLst>
      </pc:sldChg>
      <pc:sldChg chg="mod setBg">
        <pc:chgData name="annaasgaraly@ibm.com" userId="" providerId="" clId="Web-{CC69BAD0-B878-4D5F-9EDC-F1CFB63E14B5}" dt="2021-08-18T17:51:05.491" v="6"/>
        <pc:sldMkLst>
          <pc:docMk/>
          <pc:sldMk cId="1290394134" sldId="288"/>
        </pc:sldMkLst>
      </pc:sldChg>
      <pc:sldChg chg="modSp mod setBg">
        <pc:chgData name="annaasgaraly@ibm.com" userId="" providerId="" clId="Web-{CC69BAD0-B878-4D5F-9EDC-F1CFB63E14B5}" dt="2021-08-18T18:06:57.811" v="102"/>
        <pc:sldMkLst>
          <pc:docMk/>
          <pc:sldMk cId="2459446073" sldId="289"/>
        </pc:sldMkLst>
        <pc:spChg chg="mod">
          <ac:chgData name="annaasgaraly@ibm.com" userId="" providerId="" clId="Web-{CC69BAD0-B878-4D5F-9EDC-F1CFB63E14B5}" dt="2021-08-18T18:04:04.486" v="56" actId="20577"/>
          <ac:spMkLst>
            <pc:docMk/>
            <pc:sldMk cId="2459446073" sldId="289"/>
            <ac:spMk id="9" creationId="{B68D8986-45AC-4FB5-96E8-C45F9603EB5E}"/>
          </ac:spMkLst>
        </pc:spChg>
      </pc:sldChg>
      <pc:sldChg chg="modSp mod setBg">
        <pc:chgData name="annaasgaraly@ibm.com" userId="" providerId="" clId="Web-{CC69BAD0-B878-4D5F-9EDC-F1CFB63E14B5}" dt="2021-08-18T18:06:05.542" v="74"/>
        <pc:sldMkLst>
          <pc:docMk/>
          <pc:sldMk cId="1813711241" sldId="293"/>
        </pc:sldMkLst>
        <pc:spChg chg="mod">
          <ac:chgData name="annaasgaraly@ibm.com" userId="" providerId="" clId="Web-{CC69BAD0-B878-4D5F-9EDC-F1CFB63E14B5}" dt="2021-08-18T18:02:20.025" v="30" actId="20577"/>
          <ac:spMkLst>
            <pc:docMk/>
            <pc:sldMk cId="1813711241" sldId="293"/>
            <ac:spMk id="3" creationId="{FC857EDD-A3A7-434D-B8D5-401E872498DA}"/>
          </ac:spMkLst>
        </pc:spChg>
      </pc:sldChg>
      <pc:sldChg chg="mod setBg">
        <pc:chgData name="annaasgaraly@ibm.com" userId="" providerId="" clId="Web-{CC69BAD0-B878-4D5F-9EDC-F1CFB63E14B5}" dt="2021-08-18T17:50:45.396" v="4"/>
        <pc:sldMkLst>
          <pc:docMk/>
          <pc:sldMk cId="1023352497" sldId="294"/>
        </pc:sldMkLst>
      </pc:sldChg>
      <pc:sldChg chg="modSp mod setBg">
        <pc:chgData name="annaasgaraly@ibm.com" userId="" providerId="" clId="Web-{CC69BAD0-B878-4D5F-9EDC-F1CFB63E14B5}" dt="2021-08-18T18:06:41.169" v="95"/>
        <pc:sldMkLst>
          <pc:docMk/>
          <pc:sldMk cId="981671777" sldId="296"/>
        </pc:sldMkLst>
        <pc:spChg chg="mod">
          <ac:chgData name="annaasgaraly@ibm.com" userId="" providerId="" clId="Web-{CC69BAD0-B878-4D5F-9EDC-F1CFB63E14B5}" dt="2021-08-18T18:03:39.203" v="50" actId="20577"/>
          <ac:spMkLst>
            <pc:docMk/>
            <pc:sldMk cId="981671777" sldId="296"/>
            <ac:spMk id="2" creationId="{54176327-8CC4-4356-8BBB-DC4965CE9857}"/>
          </ac:spMkLst>
        </pc:spChg>
      </pc:sldChg>
      <pc:sldChg chg="mod setBg">
        <pc:chgData name="annaasgaraly@ibm.com" userId="" providerId="" clId="Web-{CC69BAD0-B878-4D5F-9EDC-F1CFB63E14B5}" dt="2021-08-18T17:50:06.440" v="1"/>
        <pc:sldMkLst>
          <pc:docMk/>
          <pc:sldMk cId="3093198887" sldId="298"/>
        </pc:sldMkLst>
      </pc:sldChg>
      <pc:sldChg chg="modSp mod setBg">
        <pc:chgData name="annaasgaraly@ibm.com" userId="" providerId="" clId="Web-{CC69BAD0-B878-4D5F-9EDC-F1CFB63E14B5}" dt="2021-08-18T18:06:03.854" v="67"/>
        <pc:sldMkLst>
          <pc:docMk/>
          <pc:sldMk cId="280316088" sldId="299"/>
        </pc:sldMkLst>
        <pc:spChg chg="mod">
          <ac:chgData name="annaasgaraly@ibm.com" userId="" providerId="" clId="Web-{CC69BAD0-B878-4D5F-9EDC-F1CFB63E14B5}" dt="2021-08-18T18:01:53.336" v="23" actId="20577"/>
          <ac:spMkLst>
            <pc:docMk/>
            <pc:sldMk cId="280316088" sldId="299"/>
            <ac:spMk id="4" creationId="{5066AA34-20EE-4A59-B343-346A8DB5667C}"/>
          </ac:spMkLst>
        </pc:spChg>
      </pc:sldChg>
      <pc:sldChg chg="modSp mod setBg">
        <pc:chgData name="annaasgaraly@ibm.com" userId="" providerId="" clId="Web-{CC69BAD0-B878-4D5F-9EDC-F1CFB63E14B5}" dt="2021-08-18T18:06:04.104" v="68"/>
        <pc:sldMkLst>
          <pc:docMk/>
          <pc:sldMk cId="1385553969" sldId="302"/>
        </pc:sldMkLst>
        <pc:spChg chg="mod">
          <ac:chgData name="annaasgaraly@ibm.com" userId="" providerId="" clId="Web-{CC69BAD0-B878-4D5F-9EDC-F1CFB63E14B5}" dt="2021-08-18T18:01:58.227" v="24" actId="20577"/>
          <ac:spMkLst>
            <pc:docMk/>
            <pc:sldMk cId="1385553969" sldId="302"/>
            <ac:spMk id="11" creationId="{84F5ABFD-B4D4-43FF-959F-AFAF45B45269}"/>
          </ac:spMkLst>
        </pc:spChg>
      </pc:sldChg>
      <pc:sldChg chg="modSp mod setBg">
        <pc:chgData name="annaasgaraly@ibm.com" userId="" providerId="" clId="Web-{CC69BAD0-B878-4D5F-9EDC-F1CFB63E14B5}" dt="2021-08-18T18:06:05.307" v="73"/>
        <pc:sldMkLst>
          <pc:docMk/>
          <pc:sldMk cId="334532777" sldId="303"/>
        </pc:sldMkLst>
        <pc:spChg chg="mod">
          <ac:chgData name="annaasgaraly@ibm.com" userId="" providerId="" clId="Web-{CC69BAD0-B878-4D5F-9EDC-F1CFB63E14B5}" dt="2021-08-18T18:02:16.337" v="29" actId="20577"/>
          <ac:spMkLst>
            <pc:docMk/>
            <pc:sldMk cId="334532777" sldId="303"/>
            <ac:spMk id="3" creationId="{519FC08B-7D2E-43A5-A528-821DCDCCCC82}"/>
          </ac:spMkLst>
        </pc:spChg>
      </pc:sldChg>
      <pc:sldChg chg="modSp mod setBg">
        <pc:chgData name="annaasgaraly@ibm.com" userId="" providerId="" clId="Web-{CC69BAD0-B878-4D5F-9EDC-F1CFB63E14B5}" dt="2021-08-18T18:06:16.105" v="77"/>
        <pc:sldMkLst>
          <pc:docMk/>
          <pc:sldMk cId="3869789237" sldId="304"/>
        </pc:sldMkLst>
        <pc:spChg chg="mod">
          <ac:chgData name="annaasgaraly@ibm.com" userId="" providerId="" clId="Web-{CC69BAD0-B878-4D5F-9EDC-F1CFB63E14B5}" dt="2021-08-18T18:02:32.448" v="33" actId="20577"/>
          <ac:spMkLst>
            <pc:docMk/>
            <pc:sldMk cId="3869789237" sldId="304"/>
            <ac:spMk id="4" creationId="{B6CCD949-E788-4375-9B07-478FA5684BC1}"/>
          </ac:spMkLst>
        </pc:spChg>
      </pc:sldChg>
      <pc:sldChg chg="modSp mod setBg">
        <pc:chgData name="annaasgaraly@ibm.com" userId="" providerId="" clId="Web-{CC69BAD0-B878-4D5F-9EDC-F1CFB63E14B5}" dt="2021-08-18T18:06:16.339" v="78"/>
        <pc:sldMkLst>
          <pc:docMk/>
          <pc:sldMk cId="80090182" sldId="305"/>
        </pc:sldMkLst>
        <pc:spChg chg="mod">
          <ac:chgData name="annaasgaraly@ibm.com" userId="" providerId="" clId="Web-{CC69BAD0-B878-4D5F-9EDC-F1CFB63E14B5}" dt="2021-08-18T18:02:36.167" v="34" actId="20577"/>
          <ac:spMkLst>
            <pc:docMk/>
            <pc:sldMk cId="80090182" sldId="305"/>
            <ac:spMk id="4" creationId="{D4811A61-F7FB-4B19-9ED1-E0E2554A5BE8}"/>
          </ac:spMkLst>
        </pc:spChg>
      </pc:sldChg>
      <pc:sldChg chg="modSp mod setBg">
        <pc:chgData name="annaasgaraly@ibm.com" userId="" providerId="" clId="Web-{CC69BAD0-B878-4D5F-9EDC-F1CFB63E14B5}" dt="2021-08-18T18:06:16.792" v="80"/>
        <pc:sldMkLst>
          <pc:docMk/>
          <pc:sldMk cId="3145340593" sldId="306"/>
        </pc:sldMkLst>
        <pc:spChg chg="mod">
          <ac:chgData name="annaasgaraly@ibm.com" userId="" providerId="" clId="Web-{CC69BAD0-B878-4D5F-9EDC-F1CFB63E14B5}" dt="2021-08-18T18:02:44.230" v="36" actId="20577"/>
          <ac:spMkLst>
            <pc:docMk/>
            <pc:sldMk cId="3145340593" sldId="306"/>
            <ac:spMk id="4" creationId="{AFE7D9E4-306D-49E3-9AC4-15D566FC72AD}"/>
          </ac:spMkLst>
        </pc:spChg>
      </pc:sldChg>
      <pc:sldChg chg="modSp mod setBg">
        <pc:chgData name="annaasgaraly@ibm.com" userId="" providerId="" clId="Web-{CC69BAD0-B878-4D5F-9EDC-F1CFB63E14B5}" dt="2021-08-18T18:06:16.574" v="79"/>
        <pc:sldMkLst>
          <pc:docMk/>
          <pc:sldMk cId="1106727586" sldId="307"/>
        </pc:sldMkLst>
        <pc:spChg chg="mod">
          <ac:chgData name="annaasgaraly@ibm.com" userId="" providerId="" clId="Web-{CC69BAD0-B878-4D5F-9EDC-F1CFB63E14B5}" dt="2021-08-18T18:02:39.823" v="35" actId="20577"/>
          <ac:spMkLst>
            <pc:docMk/>
            <pc:sldMk cId="1106727586" sldId="307"/>
            <ac:spMk id="4" creationId="{021C109C-C017-4D19-928F-AED25AC30125}"/>
          </ac:spMkLst>
        </pc:spChg>
      </pc:sldChg>
      <pc:sldChg chg="modSp mod setBg">
        <pc:chgData name="annaasgaraly@ibm.com" userId="" providerId="" clId="Web-{CC69BAD0-B878-4D5F-9EDC-F1CFB63E14B5}" dt="2021-08-18T18:06:17.011" v="81"/>
        <pc:sldMkLst>
          <pc:docMk/>
          <pc:sldMk cId="706594483" sldId="308"/>
        </pc:sldMkLst>
        <pc:spChg chg="mod">
          <ac:chgData name="annaasgaraly@ibm.com" userId="" providerId="" clId="Web-{CC69BAD0-B878-4D5F-9EDC-F1CFB63E14B5}" dt="2021-08-18T18:02:47.433" v="37" actId="20577"/>
          <ac:spMkLst>
            <pc:docMk/>
            <pc:sldMk cId="706594483" sldId="308"/>
            <ac:spMk id="4" creationId="{6D35FD2D-1BD2-45D7-B015-1A96C241520B}"/>
          </ac:spMkLst>
        </pc:spChg>
      </pc:sldChg>
      <pc:sldChg chg="modSp mod setBg">
        <pc:chgData name="annaasgaraly@ibm.com" userId="" providerId="" clId="Web-{CC69BAD0-B878-4D5F-9EDC-F1CFB63E14B5}" dt="2021-08-18T18:06:30.090" v="83"/>
        <pc:sldMkLst>
          <pc:docMk/>
          <pc:sldMk cId="1794738657" sldId="309"/>
        </pc:sldMkLst>
        <pc:spChg chg="mod">
          <ac:chgData name="annaasgaraly@ibm.com" userId="" providerId="" clId="Web-{CC69BAD0-B878-4D5F-9EDC-F1CFB63E14B5}" dt="2021-08-18T18:03:04.872" v="39" actId="20577"/>
          <ac:spMkLst>
            <pc:docMk/>
            <pc:sldMk cId="1794738657" sldId="309"/>
            <ac:spMk id="3" creationId="{557C8CBA-1A0E-4CDF-A451-7AAA44D39839}"/>
          </ac:spMkLst>
        </pc:spChg>
      </pc:sldChg>
      <pc:sldChg chg="modSp mod setBg">
        <pc:chgData name="annaasgaraly@ibm.com" userId="" providerId="" clId="Web-{CC69BAD0-B878-4D5F-9EDC-F1CFB63E14B5}" dt="2021-08-18T18:06:30.309" v="84"/>
        <pc:sldMkLst>
          <pc:docMk/>
          <pc:sldMk cId="4010014743" sldId="310"/>
        </pc:sldMkLst>
        <pc:spChg chg="mod">
          <ac:chgData name="annaasgaraly@ibm.com" userId="" providerId="" clId="Web-{CC69BAD0-B878-4D5F-9EDC-F1CFB63E14B5}" dt="2021-08-18T18:03:08.919" v="40" actId="20577"/>
          <ac:spMkLst>
            <pc:docMk/>
            <pc:sldMk cId="4010014743" sldId="310"/>
            <ac:spMk id="3" creationId="{FD161C47-0660-416F-B4C2-25E4D35D69FD}"/>
          </ac:spMkLst>
        </pc:spChg>
      </pc:sldChg>
      <pc:sldChg chg="modSp mod setBg">
        <pc:chgData name="annaasgaraly@ibm.com" userId="" providerId="" clId="Web-{CC69BAD0-B878-4D5F-9EDC-F1CFB63E14B5}" dt="2021-08-18T18:06:30.528" v="85"/>
        <pc:sldMkLst>
          <pc:docMk/>
          <pc:sldMk cId="2735560525" sldId="311"/>
        </pc:sldMkLst>
        <pc:spChg chg="mod">
          <ac:chgData name="annaasgaraly@ibm.com" userId="" providerId="" clId="Web-{CC69BAD0-B878-4D5F-9EDC-F1CFB63E14B5}" dt="2021-08-18T18:03:12.388" v="41" actId="20577"/>
          <ac:spMkLst>
            <pc:docMk/>
            <pc:sldMk cId="2735560525" sldId="311"/>
            <ac:spMk id="3" creationId="{AFD52E17-48CB-4D60-BD56-71D197A29B38}"/>
          </ac:spMkLst>
        </pc:spChg>
      </pc:sldChg>
      <pc:sldChg chg="modSp mod setBg">
        <pc:chgData name="annaasgaraly@ibm.com" userId="" providerId="" clId="Web-{CC69BAD0-B878-4D5F-9EDC-F1CFB63E14B5}" dt="2021-08-18T18:06:30.762" v="86"/>
        <pc:sldMkLst>
          <pc:docMk/>
          <pc:sldMk cId="1434679925" sldId="312"/>
        </pc:sldMkLst>
        <pc:spChg chg="mod">
          <ac:chgData name="annaasgaraly@ibm.com" userId="" providerId="" clId="Web-{CC69BAD0-B878-4D5F-9EDC-F1CFB63E14B5}" dt="2021-08-18T18:03:16.498" v="43" actId="20577"/>
          <ac:spMkLst>
            <pc:docMk/>
            <pc:sldMk cId="1434679925" sldId="312"/>
            <ac:spMk id="3" creationId="{7F12CD3C-55B3-4129-817A-84D0B28F713E}"/>
          </ac:spMkLst>
        </pc:spChg>
      </pc:sldChg>
      <pc:sldChg chg="modSp mod setBg">
        <pc:chgData name="annaasgaraly@ibm.com" userId="" providerId="" clId="Web-{CC69BAD0-B878-4D5F-9EDC-F1CFB63E14B5}" dt="2021-08-18T18:06:31.231" v="88"/>
        <pc:sldMkLst>
          <pc:docMk/>
          <pc:sldMk cId="1756972646" sldId="313"/>
        </pc:sldMkLst>
        <pc:spChg chg="mod">
          <ac:chgData name="annaasgaraly@ibm.com" userId="" providerId="" clId="Web-{CC69BAD0-B878-4D5F-9EDC-F1CFB63E14B5}" dt="2021-08-18T18:03:25.624" v="45" actId="20577"/>
          <ac:spMkLst>
            <pc:docMk/>
            <pc:sldMk cId="1756972646" sldId="313"/>
            <ac:spMk id="3" creationId="{79B32320-42D4-49FA-8047-C080B444B3AE}"/>
          </ac:spMkLst>
        </pc:spChg>
      </pc:sldChg>
      <pc:sldChg chg="modSp mod setBg">
        <pc:chgData name="annaasgaraly@ibm.com" userId="" providerId="" clId="Web-{CC69BAD0-B878-4D5F-9EDC-F1CFB63E14B5}" dt="2021-08-18T18:06:30.997" v="87"/>
        <pc:sldMkLst>
          <pc:docMk/>
          <pc:sldMk cId="639399535" sldId="314"/>
        </pc:sldMkLst>
        <pc:spChg chg="mod">
          <ac:chgData name="annaasgaraly@ibm.com" userId="" providerId="" clId="Web-{CC69BAD0-B878-4D5F-9EDC-F1CFB63E14B5}" dt="2021-08-18T18:03:19.357" v="44" actId="20577"/>
          <ac:spMkLst>
            <pc:docMk/>
            <pc:sldMk cId="639399535" sldId="314"/>
            <ac:spMk id="8" creationId="{952C2E9C-C6BE-40BD-A406-CFB441363CBA}"/>
          </ac:spMkLst>
        </pc:spChg>
      </pc:sldChg>
      <pc:sldChg chg="modSp mod setBg">
        <pc:chgData name="annaasgaraly@ibm.com" userId="" providerId="" clId="Web-{CC69BAD0-B878-4D5F-9EDC-F1CFB63E14B5}" dt="2021-08-18T18:06:31.465" v="89"/>
        <pc:sldMkLst>
          <pc:docMk/>
          <pc:sldMk cId="3566646398" sldId="315"/>
        </pc:sldMkLst>
        <pc:spChg chg="mod">
          <ac:chgData name="annaasgaraly@ibm.com" userId="" providerId="" clId="Web-{CC69BAD0-B878-4D5F-9EDC-F1CFB63E14B5}" dt="2021-08-18T18:03:29.249" v="46" actId="20577"/>
          <ac:spMkLst>
            <pc:docMk/>
            <pc:sldMk cId="3566646398" sldId="315"/>
            <ac:spMk id="3" creationId="{2A7EB98F-A25F-4357-9775-478FC17F7F83}"/>
          </ac:spMkLst>
        </pc:spChg>
      </pc:sldChg>
      <pc:sldChg chg="modSp mod setBg">
        <pc:chgData name="annaasgaraly@ibm.com" userId="" providerId="" clId="Web-{CC69BAD0-B878-4D5F-9EDC-F1CFB63E14B5}" dt="2021-08-18T18:06:31.684" v="90"/>
        <pc:sldMkLst>
          <pc:docMk/>
          <pc:sldMk cId="1398439132" sldId="316"/>
        </pc:sldMkLst>
        <pc:spChg chg="mod">
          <ac:chgData name="annaasgaraly@ibm.com" userId="" providerId="" clId="Web-{CC69BAD0-B878-4D5F-9EDC-F1CFB63E14B5}" dt="2021-08-18T18:03:33.077" v="48" actId="20577"/>
          <ac:spMkLst>
            <pc:docMk/>
            <pc:sldMk cId="1398439132" sldId="316"/>
            <ac:spMk id="3" creationId="{964DA114-677C-40D8-8FFA-43531834CFBF}"/>
          </ac:spMkLst>
        </pc:spChg>
      </pc:sldChg>
      <pc:sldChg chg="modSp mod setBg">
        <pc:chgData name="annaasgaraly@ibm.com" userId="" providerId="" clId="Web-{CC69BAD0-B878-4D5F-9EDC-F1CFB63E14B5}" dt="2021-08-18T18:06:31.924" v="91"/>
        <pc:sldMkLst>
          <pc:docMk/>
          <pc:sldMk cId="3975168428" sldId="317"/>
        </pc:sldMkLst>
        <pc:spChg chg="mod">
          <ac:chgData name="annaasgaraly@ibm.com" userId="" providerId="" clId="Web-{CC69BAD0-B878-4D5F-9EDC-F1CFB63E14B5}" dt="2021-08-18T18:03:35.999" v="49" actId="20577"/>
          <ac:spMkLst>
            <pc:docMk/>
            <pc:sldMk cId="3975168428" sldId="317"/>
            <ac:spMk id="3" creationId="{04523243-E4D6-45EC-97C8-D44398FB7417}"/>
          </ac:spMkLst>
        </pc:spChg>
      </pc:sldChg>
      <pc:sldChg chg="modSp mod setBg">
        <pc:chgData name="annaasgaraly@ibm.com" userId="" providerId="" clId="Web-{CC69BAD0-B878-4D5F-9EDC-F1CFB63E14B5}" dt="2021-08-18T18:06:40.716" v="93"/>
        <pc:sldMkLst>
          <pc:docMk/>
          <pc:sldMk cId="239597884" sldId="318"/>
        </pc:sldMkLst>
        <pc:spChg chg="mod">
          <ac:chgData name="annaasgaraly@ibm.com" userId="" providerId="" clId="Web-{CC69BAD0-B878-4D5F-9EDC-F1CFB63E14B5}" dt="2021-08-18T18:03:41.906" v="51" actId="20577"/>
          <ac:spMkLst>
            <pc:docMk/>
            <pc:sldMk cId="239597884" sldId="318"/>
            <ac:spMk id="8" creationId="{2E0ECA32-E146-40DA-85CD-9677244BC3EC}"/>
          </ac:spMkLst>
        </pc:spChg>
      </pc:sldChg>
      <pc:sldChg chg="modSp mod setBg">
        <pc:chgData name="annaasgaraly@ibm.com" userId="" providerId="" clId="Web-{CC69BAD0-B878-4D5F-9EDC-F1CFB63E14B5}" dt="2021-08-18T18:06:40.950" v="94"/>
        <pc:sldMkLst>
          <pc:docMk/>
          <pc:sldMk cId="232499080" sldId="319"/>
        </pc:sldMkLst>
        <pc:spChg chg="mod">
          <ac:chgData name="annaasgaraly@ibm.com" userId="" providerId="" clId="Web-{CC69BAD0-B878-4D5F-9EDC-F1CFB63E14B5}" dt="2021-08-18T18:03:44.922" v="52" actId="20577"/>
          <ac:spMkLst>
            <pc:docMk/>
            <pc:sldMk cId="232499080" sldId="319"/>
            <ac:spMk id="8" creationId="{34C97452-C78A-4701-B8AB-ABFE63D5BEDE}"/>
          </ac:spMkLst>
        </pc:spChg>
      </pc:sldChg>
      <pc:sldChg chg="modSp mod setBg">
        <pc:chgData name="annaasgaraly@ibm.com" userId="" providerId="" clId="Web-{CC69BAD0-B878-4D5F-9EDC-F1CFB63E14B5}" dt="2021-08-18T18:06:57.123" v="99"/>
        <pc:sldMkLst>
          <pc:docMk/>
          <pc:sldMk cId="3645034231" sldId="320"/>
        </pc:sldMkLst>
        <pc:spChg chg="mod">
          <ac:chgData name="annaasgaraly@ibm.com" userId="" providerId="" clId="Web-{CC69BAD0-B878-4D5F-9EDC-F1CFB63E14B5}" dt="2021-08-18T18:04:07.830" v="57" actId="20577"/>
          <ac:spMkLst>
            <pc:docMk/>
            <pc:sldMk cId="3645034231" sldId="320"/>
            <ac:spMk id="9" creationId="{533106AC-60D7-46AE-8E64-7B84ABDBD099}"/>
          </ac:spMkLst>
        </pc:spChg>
      </pc:sldChg>
      <pc:sldChg chg="mod setBg">
        <pc:chgData name="annaasgaraly@ibm.com" userId="" providerId="" clId="Web-{CC69BAD0-B878-4D5F-9EDC-F1CFB63E14B5}" dt="2021-08-18T17:50:55.553" v="5"/>
        <pc:sldMkLst>
          <pc:docMk/>
          <pc:sldMk cId="733461713" sldId="321"/>
        </pc:sldMkLst>
      </pc:sldChg>
      <pc:sldChg chg="modSp mod setBg">
        <pc:chgData name="annaasgaraly@ibm.com" userId="" providerId="" clId="Web-{CC69BAD0-B878-4D5F-9EDC-F1CFB63E14B5}" dt="2021-08-18T18:06:49.263" v="98"/>
        <pc:sldMkLst>
          <pc:docMk/>
          <pc:sldMk cId="700132931" sldId="322"/>
        </pc:sldMkLst>
        <pc:spChg chg="mod">
          <ac:chgData name="annaasgaraly@ibm.com" userId="" providerId="" clId="Web-{CC69BAD0-B878-4D5F-9EDC-F1CFB63E14B5}" dt="2021-08-18T18:03:48.453" v="53" actId="20577"/>
          <ac:spMkLst>
            <pc:docMk/>
            <pc:sldMk cId="700132931" sldId="322"/>
            <ac:spMk id="8" creationId="{9456A072-47A6-4424-9ABE-F398119040DD}"/>
          </ac:spMkLst>
        </pc:spChg>
      </pc:sldChg>
      <pc:sldChg chg="modSp mod setBg">
        <pc:chgData name="annaasgaraly@ibm.com" userId="" providerId="" clId="Web-{CC69BAD0-B878-4D5F-9EDC-F1CFB63E14B5}" dt="2021-08-18T18:06:48.795" v="96"/>
        <pc:sldMkLst>
          <pc:docMk/>
          <pc:sldMk cId="1866160706" sldId="323"/>
        </pc:sldMkLst>
        <pc:spChg chg="mod">
          <ac:chgData name="annaasgaraly@ibm.com" userId="" providerId="" clId="Web-{CC69BAD0-B878-4D5F-9EDC-F1CFB63E14B5}" dt="2021-08-18T18:03:52.626" v="54" actId="20577"/>
          <ac:spMkLst>
            <pc:docMk/>
            <pc:sldMk cId="1866160706" sldId="323"/>
            <ac:spMk id="8" creationId="{4EF94599-779E-457E-B57B-6063EBF7A840}"/>
          </ac:spMkLst>
        </pc:spChg>
      </pc:sldChg>
      <pc:sldChg chg="modSp mod setBg">
        <pc:chgData name="annaasgaraly@ibm.com" userId="" providerId="" clId="Web-{CC69BAD0-B878-4D5F-9EDC-F1CFB63E14B5}" dt="2021-08-18T18:06:49.029" v="97"/>
        <pc:sldMkLst>
          <pc:docMk/>
          <pc:sldMk cId="252359608" sldId="324"/>
        </pc:sldMkLst>
        <pc:spChg chg="mod">
          <ac:chgData name="annaasgaraly@ibm.com" userId="" providerId="" clId="Web-{CC69BAD0-B878-4D5F-9EDC-F1CFB63E14B5}" dt="2021-08-18T18:03:58.220" v="55" actId="20577"/>
          <ac:spMkLst>
            <pc:docMk/>
            <pc:sldMk cId="252359608" sldId="324"/>
            <ac:spMk id="12" creationId="{4D271BF5-BAA1-4CEB-A575-76A097FABBBA}"/>
          </ac:spMkLst>
        </pc:spChg>
      </pc:sldChg>
      <pc:sldChg chg="addSp modSp">
        <pc:chgData name="annaasgaraly@ibm.com" userId="" providerId="" clId="Web-{CC69BAD0-B878-4D5F-9EDC-F1CFB63E14B5}" dt="2021-08-18T18:00:11.344" v="12" actId="14100"/>
        <pc:sldMkLst>
          <pc:docMk/>
          <pc:sldMk cId="1277611629" sldId="327"/>
        </pc:sldMkLst>
        <pc:picChg chg="add mod">
          <ac:chgData name="annaasgaraly@ibm.com" userId="" providerId="" clId="Web-{CC69BAD0-B878-4D5F-9EDC-F1CFB63E14B5}" dt="2021-08-18T18:00:11.344" v="12" actId="14100"/>
          <ac:picMkLst>
            <pc:docMk/>
            <pc:sldMk cId="1277611629" sldId="327"/>
            <ac:picMk id="2" creationId="{4F94DBE5-2DCC-401E-95AA-12E04A97FBA6}"/>
          </ac:picMkLst>
        </pc:picChg>
      </pc:sldChg>
      <pc:sldChg chg="mod setBg">
        <pc:chgData name="annaasgaraly@ibm.com" userId="" providerId="" clId="Web-{CC69BAD0-B878-4D5F-9EDC-F1CFB63E14B5}" dt="2021-08-18T17:51:14.820" v="7"/>
        <pc:sldMkLst>
          <pc:docMk/>
          <pc:sldMk cId="661040741" sldId="329"/>
        </pc:sldMkLst>
      </pc:sldChg>
      <pc:sldChg chg="modSp mod setBg">
        <pc:chgData name="annaasgaraly@ibm.com" userId="" providerId="" clId="Web-{CC69BAD0-B878-4D5F-9EDC-F1CFB63E14B5}" dt="2021-08-18T18:05:53.681" v="65"/>
        <pc:sldMkLst>
          <pc:docMk/>
          <pc:sldMk cId="724038033" sldId="330"/>
        </pc:sldMkLst>
        <pc:spChg chg="mod">
          <ac:chgData name="annaasgaraly@ibm.com" userId="" providerId="" clId="Web-{CC69BAD0-B878-4D5F-9EDC-F1CFB63E14B5}" dt="2021-08-18T18:01:02.207" v="16" actId="20577"/>
          <ac:spMkLst>
            <pc:docMk/>
            <pc:sldMk cId="724038033" sldId="330"/>
            <ac:spMk id="19" creationId="{6CA66F18-AF00-434A-AB3C-61097BEAE5FA}"/>
          </ac:spMkLst>
        </pc:spChg>
      </pc:sldChg>
      <pc:sldChg chg="modSp mod setBg">
        <pc:chgData name="annaasgaraly@ibm.com" userId="" providerId="" clId="Web-{CC69BAD0-B878-4D5F-9EDC-F1CFB63E14B5}" dt="2021-08-18T18:05:53.463" v="64"/>
        <pc:sldMkLst>
          <pc:docMk/>
          <pc:sldMk cId="1980221439" sldId="331"/>
        </pc:sldMkLst>
        <pc:spChg chg="mod">
          <ac:chgData name="annaasgaraly@ibm.com" userId="" providerId="" clId="Web-{CC69BAD0-B878-4D5F-9EDC-F1CFB63E14B5}" dt="2021-08-18T18:01:34.631" v="17" actId="20577"/>
          <ac:spMkLst>
            <pc:docMk/>
            <pc:sldMk cId="1980221439" sldId="331"/>
            <ac:spMk id="19" creationId="{6CA66F18-AF00-434A-AB3C-61097BEAE5FA}"/>
          </ac:spMkLst>
        </pc:spChg>
      </pc:sldChg>
      <pc:sldChg chg="modSp mod setBg">
        <pc:chgData name="annaasgaraly@ibm.com" userId="" providerId="" clId="Web-{CC69BAD0-B878-4D5F-9EDC-F1CFB63E14B5}" dt="2021-08-18T18:05:53.228" v="63"/>
        <pc:sldMkLst>
          <pc:docMk/>
          <pc:sldMk cId="2560061391" sldId="332"/>
        </pc:sldMkLst>
        <pc:spChg chg="mod">
          <ac:chgData name="annaasgaraly@ibm.com" userId="" providerId="" clId="Web-{CC69BAD0-B878-4D5F-9EDC-F1CFB63E14B5}" dt="2021-08-18T18:01:38.944" v="18" actId="20577"/>
          <ac:spMkLst>
            <pc:docMk/>
            <pc:sldMk cId="2560061391" sldId="332"/>
            <ac:spMk id="19" creationId="{6CA66F18-AF00-434A-AB3C-61097BEAE5FA}"/>
          </ac:spMkLst>
        </pc:spChg>
      </pc:sldChg>
    </pc:docChg>
  </pc:docChgLst>
  <pc:docChgLst>
    <pc:chgData name="Ada Celik" clId="Web-{998F4E3E-1A76-4A6B-98B6-08752F3768B3}"/>
    <pc:docChg chg="modSld">
      <pc:chgData name="Ada Celik" userId="" providerId="" clId="Web-{998F4E3E-1A76-4A6B-98B6-08752F3768B3}" dt="2021-08-10T21:41:11.021" v="1" actId="20577"/>
      <pc:docMkLst>
        <pc:docMk/>
      </pc:docMkLst>
      <pc:sldChg chg="modSp">
        <pc:chgData name="Ada Celik" userId="" providerId="" clId="Web-{998F4E3E-1A76-4A6B-98B6-08752F3768B3}" dt="2021-08-10T21:41:11.021" v="1" actId="20577"/>
        <pc:sldMkLst>
          <pc:docMk/>
          <pc:sldMk cId="1277611629" sldId="327"/>
        </pc:sldMkLst>
        <pc:spChg chg="mod">
          <ac:chgData name="Ada Celik" userId="" providerId="" clId="Web-{998F4E3E-1A76-4A6B-98B6-08752F3768B3}" dt="2021-08-10T21:41:11.021" v="1" actId="20577"/>
          <ac:spMkLst>
            <pc:docMk/>
            <pc:sldMk cId="1277611629" sldId="327"/>
            <ac:spMk id="6" creationId="{2C36AF9D-A911-994B-90EA-013D4CDA5604}"/>
          </ac:spMkLst>
        </pc:spChg>
      </pc:sldChg>
    </pc:docChg>
  </pc:docChgLst>
  <pc:docChgLst>
    <pc:chgData name="Ada Celik" clId="Web-{9F30A1D2-6717-426C-A658-3A50309723ED}"/>
    <pc:docChg chg="modSld">
      <pc:chgData name="Ada Celik" userId="" providerId="" clId="Web-{9F30A1D2-6717-426C-A658-3A50309723ED}" dt="2021-08-10T21:42:35.526" v="3"/>
      <pc:docMkLst>
        <pc:docMk/>
      </pc:docMkLst>
      <pc:sldChg chg="delSp">
        <pc:chgData name="Ada Celik" userId="" providerId="" clId="Web-{9F30A1D2-6717-426C-A658-3A50309723ED}" dt="2021-08-10T21:42:35.526" v="3"/>
        <pc:sldMkLst>
          <pc:docMk/>
          <pc:sldMk cId="661040741" sldId="329"/>
        </pc:sldMkLst>
        <pc:picChg chg="del">
          <ac:chgData name="Ada Celik" userId="" providerId="" clId="Web-{9F30A1D2-6717-426C-A658-3A50309723ED}" dt="2021-08-10T21:42:35.526" v="3"/>
          <ac:picMkLst>
            <pc:docMk/>
            <pc:sldMk cId="661040741" sldId="329"/>
            <ac:picMk id="8" creationId="{F88AB437-E43C-436D-B35E-51887C103800}"/>
          </ac:picMkLst>
        </pc:picChg>
        <pc:picChg chg="del">
          <ac:chgData name="Ada Celik" userId="" providerId="" clId="Web-{9F30A1D2-6717-426C-A658-3A50309723ED}" dt="2021-08-10T21:42:35.526" v="2"/>
          <ac:picMkLst>
            <pc:docMk/>
            <pc:sldMk cId="661040741" sldId="329"/>
            <ac:picMk id="9" creationId="{89FBF71A-DDF5-4BAA-B9B5-91B4675FF80E}"/>
          </ac:picMkLst>
        </pc:picChg>
        <pc:picChg chg="del">
          <ac:chgData name="Ada Celik" userId="" providerId="" clId="Web-{9F30A1D2-6717-426C-A658-3A50309723ED}" dt="2021-08-10T21:42:35.526" v="1"/>
          <ac:picMkLst>
            <pc:docMk/>
            <pc:sldMk cId="661040741" sldId="329"/>
            <ac:picMk id="10" creationId="{225AE237-9A47-4E0B-AE8A-DD0CED30B39D}"/>
          </ac:picMkLst>
        </pc:picChg>
        <pc:picChg chg="del">
          <ac:chgData name="Ada Celik" userId="" providerId="" clId="Web-{9F30A1D2-6717-426C-A658-3A50309723ED}" dt="2021-08-10T21:42:35.526" v="0"/>
          <ac:picMkLst>
            <pc:docMk/>
            <pc:sldMk cId="661040741" sldId="329"/>
            <ac:picMk id="11" creationId="{E1021DDF-7C74-4FD8-AE38-AFFCC057C8C2}"/>
          </ac:picMkLst>
        </pc:picChg>
      </pc:sldChg>
    </pc:docChg>
  </pc:docChgLst>
  <pc:docChgLst>
    <pc:chgData name="YAN LUO" clId="Web-{B63C8988-E1D3-4A52-8229-FA8C5EBD2ECD}"/>
    <pc:docChg chg="delSld modSld">
      <pc:chgData name="YAN LUO" userId="" providerId="" clId="Web-{B63C8988-E1D3-4A52-8229-FA8C5EBD2ECD}" dt="2021-08-19T14:01:44.876" v="206" actId="20577"/>
      <pc:docMkLst>
        <pc:docMk/>
      </pc:docMkLst>
      <pc:sldChg chg="modSp">
        <pc:chgData name="YAN LUO" userId="" providerId="" clId="Web-{B63C8988-E1D3-4A52-8229-FA8C5EBD2ECD}" dt="2021-08-19T13:47:23.458" v="93" actId="20577"/>
        <pc:sldMkLst>
          <pc:docMk/>
          <pc:sldMk cId="1578726356" sldId="265"/>
        </pc:sldMkLst>
        <pc:spChg chg="mod">
          <ac:chgData name="YAN LUO" userId="" providerId="" clId="Web-{B63C8988-E1D3-4A52-8229-FA8C5EBD2ECD}" dt="2021-08-19T13:47:23.458" v="93" actId="20577"/>
          <ac:spMkLst>
            <pc:docMk/>
            <pc:sldMk cId="1578726356" sldId="265"/>
            <ac:spMk id="5" creationId="{1B07C49E-AFFC-EC46-8930-E4D428F5F943}"/>
          </ac:spMkLst>
        </pc:spChg>
      </pc:sldChg>
      <pc:sldChg chg="modSp">
        <pc:chgData name="YAN LUO" userId="" providerId="" clId="Web-{B63C8988-E1D3-4A52-8229-FA8C5EBD2ECD}" dt="2021-08-19T13:46:56.520" v="49" actId="20577"/>
        <pc:sldMkLst>
          <pc:docMk/>
          <pc:sldMk cId="779971636" sldId="266"/>
        </pc:sldMkLst>
        <pc:spChg chg="mod">
          <ac:chgData name="YAN LUO" userId="" providerId="" clId="Web-{B63C8988-E1D3-4A52-8229-FA8C5EBD2ECD}" dt="2021-08-19T13:46:56.520" v="49" actId="20577"/>
          <ac:spMkLst>
            <pc:docMk/>
            <pc:sldMk cId="779971636" sldId="266"/>
            <ac:spMk id="5" creationId="{1B07C49E-AFFC-EC46-8930-E4D428F5F943}"/>
          </ac:spMkLst>
        </pc:spChg>
      </pc:sldChg>
      <pc:sldChg chg="del">
        <pc:chgData name="YAN LUO" userId="" providerId="" clId="Web-{B63C8988-E1D3-4A52-8229-FA8C5EBD2ECD}" dt="2021-08-19T13:52:20.775" v="94"/>
        <pc:sldMkLst>
          <pc:docMk/>
          <pc:sldMk cId="3181088097" sldId="278"/>
        </pc:sldMkLst>
      </pc:sldChg>
      <pc:sldChg chg="addSp delSp modSp">
        <pc:chgData name="YAN LUO" userId="" providerId="" clId="Web-{B63C8988-E1D3-4A52-8229-FA8C5EBD2ECD}" dt="2021-08-19T13:45:42.691" v="30" actId="20577"/>
        <pc:sldMkLst>
          <pc:docMk/>
          <pc:sldMk cId="280316088" sldId="299"/>
        </pc:sldMkLst>
        <pc:spChg chg="add del mod ord">
          <ac:chgData name="YAN LUO" userId="" providerId="" clId="Web-{B63C8988-E1D3-4A52-8229-FA8C5EBD2ECD}" dt="2021-08-19T13:21:31.149" v="16"/>
          <ac:spMkLst>
            <pc:docMk/>
            <pc:sldMk cId="280316088" sldId="299"/>
            <ac:spMk id="2" creationId="{310FB1D8-F945-4835-A7ED-A9DCB8CE099D}"/>
          </ac:spMkLst>
        </pc:spChg>
        <pc:spChg chg="mod">
          <ac:chgData name="YAN LUO" userId="" providerId="" clId="Web-{B63C8988-E1D3-4A52-8229-FA8C5EBD2ECD}" dt="2021-08-19T13:45:42.691" v="30" actId="20577"/>
          <ac:spMkLst>
            <pc:docMk/>
            <pc:sldMk cId="280316088" sldId="299"/>
            <ac:spMk id="5" creationId="{1B07C49E-AFFC-EC46-8930-E4D428F5F943}"/>
          </ac:spMkLst>
        </pc:spChg>
      </pc:sldChg>
      <pc:sldChg chg="addSp delSp modSp">
        <pc:chgData name="YAN LUO" userId="" providerId="" clId="Web-{B63C8988-E1D3-4A52-8229-FA8C5EBD2ECD}" dt="2021-08-19T13:53:50.338" v="96" actId="20577"/>
        <pc:sldMkLst>
          <pc:docMk/>
          <pc:sldMk cId="1385553969" sldId="302"/>
        </pc:sldMkLst>
        <pc:spChg chg="add mod">
          <ac:chgData name="YAN LUO" userId="" providerId="" clId="Web-{B63C8988-E1D3-4A52-8229-FA8C5EBD2ECD}" dt="2021-08-19T13:53:50.338" v="96" actId="20577"/>
          <ac:spMkLst>
            <pc:docMk/>
            <pc:sldMk cId="1385553969" sldId="302"/>
            <ac:spMk id="2" creationId="{8B78C759-C687-440F-8CAE-D3071F1AB630}"/>
          </ac:spMkLst>
        </pc:spChg>
        <pc:spChg chg="mod">
          <ac:chgData name="YAN LUO" userId="" providerId="" clId="Web-{B63C8988-E1D3-4A52-8229-FA8C5EBD2ECD}" dt="2021-08-19T13:46:07.426" v="35" actId="20577"/>
          <ac:spMkLst>
            <pc:docMk/>
            <pc:sldMk cId="1385553969" sldId="302"/>
            <ac:spMk id="3" creationId="{AB0AB2AC-B7E6-6849-9AE9-697369407F8F}"/>
          </ac:spMkLst>
        </pc:spChg>
        <pc:spChg chg="add del">
          <ac:chgData name="YAN LUO" userId="" providerId="" clId="Web-{B63C8988-E1D3-4A52-8229-FA8C5EBD2ECD}" dt="2021-08-19T13:46:27.739" v="39"/>
          <ac:spMkLst>
            <pc:docMk/>
            <pc:sldMk cId="1385553969" sldId="302"/>
            <ac:spMk id="5" creationId="{B2BB333C-3C82-48BA-A090-59BE99C64735}"/>
          </ac:spMkLst>
        </pc:spChg>
        <pc:spChg chg="del">
          <ac:chgData name="YAN LUO" userId="" providerId="" clId="Web-{B63C8988-E1D3-4A52-8229-FA8C5EBD2ECD}" dt="2021-08-19T13:46:24.129" v="36"/>
          <ac:spMkLst>
            <pc:docMk/>
            <pc:sldMk cId="1385553969" sldId="302"/>
            <ac:spMk id="15" creationId="{302614DC-FBA1-44E3-9E89-23C80E7E6998}"/>
          </ac:spMkLst>
        </pc:spChg>
      </pc:sldChg>
      <pc:sldChg chg="modSp">
        <pc:chgData name="YAN LUO" userId="" providerId="" clId="Web-{B63C8988-E1D3-4A52-8229-FA8C5EBD2ECD}" dt="2021-08-19T13:55:45.293" v="141" actId="20577"/>
        <pc:sldMkLst>
          <pc:docMk/>
          <pc:sldMk cId="1434679925" sldId="312"/>
        </pc:sldMkLst>
        <pc:spChg chg="mod">
          <ac:chgData name="YAN LUO" userId="" providerId="" clId="Web-{B63C8988-E1D3-4A52-8229-FA8C5EBD2ECD}" dt="2021-08-19T13:55:45.293" v="141" actId="20577"/>
          <ac:spMkLst>
            <pc:docMk/>
            <pc:sldMk cId="1434679925" sldId="312"/>
            <ac:spMk id="5" creationId="{1B07C49E-AFFC-EC46-8930-E4D428F5F943}"/>
          </ac:spMkLst>
        </pc:spChg>
      </pc:sldChg>
      <pc:sldChg chg="modSp">
        <pc:chgData name="YAN LUO" userId="" providerId="" clId="Web-{B63C8988-E1D3-4A52-8229-FA8C5EBD2ECD}" dt="2021-08-19T13:56:18.809" v="184" actId="20577"/>
        <pc:sldMkLst>
          <pc:docMk/>
          <pc:sldMk cId="639399535" sldId="314"/>
        </pc:sldMkLst>
        <pc:spChg chg="mod">
          <ac:chgData name="YAN LUO" userId="" providerId="" clId="Web-{B63C8988-E1D3-4A52-8229-FA8C5EBD2ECD}" dt="2021-08-19T13:56:18.809" v="184" actId="20577"/>
          <ac:spMkLst>
            <pc:docMk/>
            <pc:sldMk cId="639399535" sldId="314"/>
            <ac:spMk id="5" creationId="{1B07C49E-AFFC-EC46-8930-E4D428F5F943}"/>
          </ac:spMkLst>
        </pc:spChg>
      </pc:sldChg>
      <pc:sldChg chg="modSp">
        <pc:chgData name="YAN LUO" userId="" providerId="" clId="Web-{B63C8988-E1D3-4A52-8229-FA8C5EBD2ECD}" dt="2021-08-19T14:01:44.876" v="206" actId="20577"/>
        <pc:sldMkLst>
          <pc:docMk/>
          <pc:sldMk cId="1398439132" sldId="316"/>
        </pc:sldMkLst>
        <pc:spChg chg="mod">
          <ac:chgData name="YAN LUO" userId="" providerId="" clId="Web-{B63C8988-E1D3-4A52-8229-FA8C5EBD2ECD}" dt="2021-08-19T14:01:44.876" v="206" actId="20577"/>
          <ac:spMkLst>
            <pc:docMk/>
            <pc:sldMk cId="1398439132" sldId="316"/>
            <ac:spMk id="5" creationId="{1B07C49E-AFFC-EC46-8930-E4D428F5F943}"/>
          </ac:spMkLst>
        </pc:spChg>
      </pc:sldChg>
    </pc:docChg>
  </pc:docChgLst>
  <pc:docChgLst>
    <pc:chgData name="annaasgaraly@ibm.com" clId="Web-{3BA0D230-C853-4667-83F9-D85E65BD4B24}"/>
    <pc:docChg chg="modSld">
      <pc:chgData name="annaasgaraly@ibm.com" userId="" providerId="" clId="Web-{3BA0D230-C853-4667-83F9-D85E65BD4B24}" dt="2021-08-19T16:32:24.566" v="1"/>
      <pc:docMkLst>
        <pc:docMk/>
      </pc:docMkLst>
      <pc:sldChg chg="mod setBg">
        <pc:chgData name="annaasgaraly@ibm.com" userId="" providerId="" clId="Web-{3BA0D230-C853-4667-83F9-D85E65BD4B24}" dt="2021-08-19T16:32:24.566" v="1"/>
        <pc:sldMkLst>
          <pc:docMk/>
          <pc:sldMk cId="178270660" sldId="284"/>
        </pc:sldMkLst>
      </pc:sldChg>
      <pc:sldChg chg="mod setBg">
        <pc:chgData name="annaasgaraly@ibm.com" userId="" providerId="" clId="Web-{3BA0D230-C853-4667-83F9-D85E65BD4B24}" dt="2021-08-19T16:32:07.268" v="0"/>
        <pc:sldMkLst>
          <pc:docMk/>
          <pc:sldMk cId="1023352497" sldId="294"/>
        </pc:sldMkLst>
      </pc:sldChg>
    </pc:docChg>
  </pc:docChgLst>
  <pc:docChgLst>
    <pc:chgData name="YAN LUO" clId="Web-{86B35720-4193-446F-B2D5-9AD9984A55EF}"/>
    <pc:docChg chg="modSld">
      <pc:chgData name="YAN LUO" userId="" providerId="" clId="Web-{86B35720-4193-446F-B2D5-9AD9984A55EF}" dt="2021-08-19T14:59:05.021" v="263" actId="20577"/>
      <pc:docMkLst>
        <pc:docMk/>
      </pc:docMkLst>
      <pc:sldChg chg="modSp">
        <pc:chgData name="YAN LUO" userId="" providerId="" clId="Web-{86B35720-4193-446F-B2D5-9AD9984A55EF}" dt="2021-08-19T14:59:05.021" v="263" actId="20577"/>
        <pc:sldMkLst>
          <pc:docMk/>
          <pc:sldMk cId="2459446073" sldId="289"/>
        </pc:sldMkLst>
        <pc:spChg chg="mod">
          <ac:chgData name="YAN LUO" userId="" providerId="" clId="Web-{86B35720-4193-446F-B2D5-9AD9984A55EF}" dt="2021-08-19T14:59:05.021" v="263" actId="20577"/>
          <ac:spMkLst>
            <pc:docMk/>
            <pc:sldMk cId="2459446073" sldId="289"/>
            <ac:spMk id="5" creationId="{1B07C49E-AFFC-EC46-8930-E4D428F5F943}"/>
          </ac:spMkLst>
        </pc:spChg>
      </pc:sldChg>
      <pc:sldChg chg="modSp">
        <pc:chgData name="YAN LUO" userId="" providerId="" clId="Web-{86B35720-4193-446F-B2D5-9AD9984A55EF}" dt="2021-08-19T14:15:37.479" v="115" actId="20577"/>
        <pc:sldMkLst>
          <pc:docMk/>
          <pc:sldMk cId="981671777" sldId="296"/>
        </pc:sldMkLst>
        <pc:spChg chg="mod">
          <ac:chgData name="YAN LUO" userId="" providerId="" clId="Web-{86B35720-4193-446F-B2D5-9AD9984A55EF}" dt="2021-08-19T14:15:37.479" v="115" actId="20577"/>
          <ac:spMkLst>
            <pc:docMk/>
            <pc:sldMk cId="981671777" sldId="296"/>
            <ac:spMk id="5" creationId="{85D9F803-CDBC-C74C-AF1B-2B5937D1C241}"/>
          </ac:spMkLst>
        </pc:spChg>
      </pc:sldChg>
      <pc:sldChg chg="modSp">
        <pc:chgData name="YAN LUO" userId="" providerId="" clId="Web-{86B35720-4193-446F-B2D5-9AD9984A55EF}" dt="2021-08-19T14:07:37.968" v="1" actId="20577"/>
        <pc:sldMkLst>
          <pc:docMk/>
          <pc:sldMk cId="1398439132" sldId="316"/>
        </pc:sldMkLst>
        <pc:spChg chg="mod">
          <ac:chgData name="YAN LUO" userId="" providerId="" clId="Web-{86B35720-4193-446F-B2D5-9AD9984A55EF}" dt="2021-08-19T14:07:37.968" v="1" actId="20577"/>
          <ac:spMkLst>
            <pc:docMk/>
            <pc:sldMk cId="1398439132" sldId="316"/>
            <ac:spMk id="5" creationId="{1B07C49E-AFFC-EC46-8930-E4D428F5F943}"/>
          </ac:spMkLst>
        </pc:spChg>
      </pc:sldChg>
      <pc:sldChg chg="modSp">
        <pc:chgData name="YAN LUO" userId="" providerId="" clId="Web-{86B35720-4193-446F-B2D5-9AD9984A55EF}" dt="2021-08-19T14:12:24.459" v="39" actId="20577"/>
        <pc:sldMkLst>
          <pc:docMk/>
          <pc:sldMk cId="3975168428" sldId="317"/>
        </pc:sldMkLst>
        <pc:spChg chg="mod">
          <ac:chgData name="YAN LUO" userId="" providerId="" clId="Web-{86B35720-4193-446F-B2D5-9AD9984A55EF}" dt="2021-08-19T14:10:01.737" v="18" actId="20577"/>
          <ac:spMkLst>
            <pc:docMk/>
            <pc:sldMk cId="3975168428" sldId="317"/>
            <ac:spMk id="3" creationId="{04523243-E4D6-45EC-97C8-D44398FB7417}"/>
          </ac:spMkLst>
        </pc:spChg>
        <pc:spChg chg="mod">
          <ac:chgData name="YAN LUO" userId="" providerId="" clId="Web-{86B35720-4193-446F-B2D5-9AD9984A55EF}" dt="2021-08-19T14:12:24.459" v="39" actId="20577"/>
          <ac:spMkLst>
            <pc:docMk/>
            <pc:sldMk cId="3975168428" sldId="317"/>
            <ac:spMk id="5" creationId="{1B07C49E-AFFC-EC46-8930-E4D428F5F943}"/>
          </ac:spMkLst>
        </pc:spChg>
      </pc:sldChg>
      <pc:sldChg chg="modSp">
        <pc:chgData name="YAN LUO" userId="" providerId="" clId="Web-{86B35720-4193-446F-B2D5-9AD9984A55EF}" dt="2021-08-19T14:15:56.635" v="140" actId="20577"/>
        <pc:sldMkLst>
          <pc:docMk/>
          <pc:sldMk cId="239597884" sldId="318"/>
        </pc:sldMkLst>
        <pc:spChg chg="mod">
          <ac:chgData name="YAN LUO" userId="" providerId="" clId="Web-{86B35720-4193-446F-B2D5-9AD9984A55EF}" dt="2021-08-19T14:15:56.635" v="140" actId="20577"/>
          <ac:spMkLst>
            <pc:docMk/>
            <pc:sldMk cId="239597884" sldId="318"/>
            <ac:spMk id="5" creationId="{85D9F803-CDBC-C74C-AF1B-2B5937D1C241}"/>
          </ac:spMkLst>
        </pc:spChg>
      </pc:sldChg>
      <pc:sldChg chg="modSp">
        <pc:chgData name="YAN LUO" userId="" providerId="" clId="Web-{86B35720-4193-446F-B2D5-9AD9984A55EF}" dt="2021-08-19T14:16:10.167" v="168" actId="20577"/>
        <pc:sldMkLst>
          <pc:docMk/>
          <pc:sldMk cId="232499080" sldId="319"/>
        </pc:sldMkLst>
        <pc:spChg chg="mod">
          <ac:chgData name="YAN LUO" userId="" providerId="" clId="Web-{86B35720-4193-446F-B2D5-9AD9984A55EF}" dt="2021-08-19T14:16:10.167" v="168" actId="20577"/>
          <ac:spMkLst>
            <pc:docMk/>
            <pc:sldMk cId="232499080" sldId="319"/>
            <ac:spMk id="5" creationId="{85D9F803-CDBC-C74C-AF1B-2B5937D1C241}"/>
          </ac:spMkLst>
        </pc:spChg>
      </pc:sldChg>
      <pc:sldChg chg="modSp addCm">
        <pc:chgData name="YAN LUO" userId="" providerId="" clId="Web-{86B35720-4193-446F-B2D5-9AD9984A55EF}" dt="2021-08-19T14:58:05.144" v="175"/>
        <pc:sldMkLst>
          <pc:docMk/>
          <pc:sldMk cId="700132931" sldId="322"/>
        </pc:sldMkLst>
        <pc:spChg chg="mod">
          <ac:chgData name="YAN LUO" userId="" providerId="" clId="Web-{86B35720-4193-446F-B2D5-9AD9984A55EF}" dt="2021-08-19T14:17:04.699" v="171" actId="20577"/>
          <ac:spMkLst>
            <pc:docMk/>
            <pc:sldMk cId="700132931" sldId="322"/>
            <ac:spMk id="5" creationId="{85D9F803-CDBC-C74C-AF1B-2B5937D1C241}"/>
          </ac:spMkLst>
        </pc:spChg>
      </pc:sldChg>
      <pc:sldChg chg="modSp">
        <pc:chgData name="YAN LUO" userId="" providerId="" clId="Web-{86B35720-4193-446F-B2D5-9AD9984A55EF}" dt="2021-08-19T14:17:12.528" v="174" actId="20577"/>
        <pc:sldMkLst>
          <pc:docMk/>
          <pc:sldMk cId="1866160706" sldId="323"/>
        </pc:sldMkLst>
        <pc:spChg chg="mod">
          <ac:chgData name="YAN LUO" userId="" providerId="" clId="Web-{86B35720-4193-446F-B2D5-9AD9984A55EF}" dt="2021-08-19T14:17:12.528" v="174" actId="20577"/>
          <ac:spMkLst>
            <pc:docMk/>
            <pc:sldMk cId="1866160706" sldId="323"/>
            <ac:spMk id="5" creationId="{85D9F803-CDBC-C74C-AF1B-2B5937D1C241}"/>
          </ac:spMkLst>
        </pc:spChg>
      </pc:sldChg>
      <pc:sldChg chg="modSp">
        <pc:chgData name="YAN LUO" userId="" providerId="" clId="Web-{86B35720-4193-446F-B2D5-9AD9984A55EF}" dt="2021-08-19T14:58:49.817" v="250" actId="20577"/>
        <pc:sldMkLst>
          <pc:docMk/>
          <pc:sldMk cId="252359608" sldId="324"/>
        </pc:sldMkLst>
        <pc:spChg chg="mod">
          <ac:chgData name="YAN LUO" userId="" providerId="" clId="Web-{86B35720-4193-446F-B2D5-9AD9984A55EF}" dt="2021-08-19T14:58:49.817" v="250" actId="20577"/>
          <ac:spMkLst>
            <pc:docMk/>
            <pc:sldMk cId="252359608" sldId="324"/>
            <ac:spMk id="5" creationId="{85D9F803-CDBC-C74C-AF1B-2B5937D1C241}"/>
          </ac:spMkLst>
        </pc:spChg>
      </pc:sldChg>
    </pc:docChg>
  </pc:docChgLst>
  <pc:docChgLst>
    <pc:chgData name="annaasgaraly@ibm.com" clId="Web-{10340FDF-B15C-4CFF-B487-146F9B98A252}"/>
    <pc:docChg chg="modSld">
      <pc:chgData name="annaasgaraly@ibm.com" userId="" providerId="" clId="Web-{10340FDF-B15C-4CFF-B487-146F9B98A252}" dt="2021-08-10T21:47:37.589" v="27"/>
      <pc:docMkLst>
        <pc:docMk/>
      </pc:docMkLst>
      <pc:sldChg chg="mod setBg">
        <pc:chgData name="annaasgaraly@ibm.com" userId="" providerId="" clId="Web-{10340FDF-B15C-4CFF-B487-146F9B98A252}" dt="2021-08-10T21:45:57.511" v="22"/>
        <pc:sldMkLst>
          <pc:docMk/>
          <pc:sldMk cId="3181088097" sldId="278"/>
        </pc:sldMkLst>
      </pc:sldChg>
      <pc:sldChg chg="mod setBg">
        <pc:chgData name="annaasgaraly@ibm.com" userId="" providerId="" clId="Web-{10340FDF-B15C-4CFF-B487-146F9B98A252}" dt="2021-08-10T21:39:24.478" v="2"/>
        <pc:sldMkLst>
          <pc:docMk/>
          <pc:sldMk cId="178270660" sldId="284"/>
        </pc:sldMkLst>
      </pc:sldChg>
      <pc:sldChg chg="mod setBg">
        <pc:chgData name="annaasgaraly@ibm.com" userId="" providerId="" clId="Web-{10340FDF-B15C-4CFF-B487-146F9B98A252}" dt="2021-08-10T21:46:27.417" v="25"/>
        <pc:sldMkLst>
          <pc:docMk/>
          <pc:sldMk cId="1290394134" sldId="288"/>
        </pc:sldMkLst>
      </pc:sldChg>
      <pc:sldChg chg="mod setBg">
        <pc:chgData name="annaasgaraly@ibm.com" userId="" providerId="" clId="Web-{10340FDF-B15C-4CFF-B487-146F9B98A252}" dt="2021-08-10T21:46:06.604" v="23"/>
        <pc:sldMkLst>
          <pc:docMk/>
          <pc:sldMk cId="1023352497" sldId="294"/>
        </pc:sldMkLst>
      </pc:sldChg>
      <pc:sldChg chg="mod setBg">
        <pc:chgData name="annaasgaraly@ibm.com" userId="" providerId="" clId="Web-{10340FDF-B15C-4CFF-B487-146F9B98A252}" dt="2021-08-10T21:47:37.589" v="27"/>
        <pc:sldMkLst>
          <pc:docMk/>
          <pc:sldMk cId="3093198887" sldId="298"/>
        </pc:sldMkLst>
      </pc:sldChg>
      <pc:sldChg chg="mod setBg">
        <pc:chgData name="annaasgaraly@ibm.com" userId="" providerId="" clId="Web-{10340FDF-B15C-4CFF-B487-146F9B98A252}" dt="2021-08-10T21:46:43.870" v="26"/>
        <pc:sldMkLst>
          <pc:docMk/>
          <pc:sldMk cId="733461713" sldId="321"/>
        </pc:sldMkLst>
      </pc:sldChg>
      <pc:sldChg chg="modSp mod setBg">
        <pc:chgData name="annaasgaraly@ibm.com" userId="" providerId="" clId="Web-{10340FDF-B15C-4CFF-B487-146F9B98A252}" dt="2021-08-10T21:42:44.994" v="17" actId="1076"/>
        <pc:sldMkLst>
          <pc:docMk/>
          <pc:sldMk cId="1277611629" sldId="327"/>
        </pc:sldMkLst>
        <pc:spChg chg="mod">
          <ac:chgData name="annaasgaraly@ibm.com" userId="" providerId="" clId="Web-{10340FDF-B15C-4CFF-B487-146F9B98A252}" dt="2021-08-10T21:42:44.994" v="17" actId="1076"/>
          <ac:spMkLst>
            <pc:docMk/>
            <pc:sldMk cId="1277611629" sldId="327"/>
            <ac:spMk id="6" creationId="{2C36AF9D-A911-994B-90EA-013D4CDA5604}"/>
          </ac:spMkLst>
        </pc:spChg>
      </pc:sldChg>
      <pc:sldChg chg="modSp mod setBg">
        <pc:chgData name="annaasgaraly@ibm.com" userId="" providerId="" clId="Web-{10340FDF-B15C-4CFF-B487-146F9B98A252}" dt="2021-08-10T21:41:36.353" v="12" actId="1076"/>
        <pc:sldMkLst>
          <pc:docMk/>
          <pc:sldMk cId="661040741" sldId="329"/>
        </pc:sldMkLst>
        <pc:picChg chg="mod">
          <ac:chgData name="annaasgaraly@ibm.com" userId="" providerId="" clId="Web-{10340FDF-B15C-4CFF-B487-146F9B98A252}" dt="2021-08-10T21:41:36.338" v="9" actId="1076"/>
          <ac:picMkLst>
            <pc:docMk/>
            <pc:sldMk cId="661040741" sldId="329"/>
            <ac:picMk id="8" creationId="{F88AB437-E43C-436D-B35E-51887C103800}"/>
          </ac:picMkLst>
        </pc:picChg>
        <pc:picChg chg="mod">
          <ac:chgData name="annaasgaraly@ibm.com" userId="" providerId="" clId="Web-{10340FDF-B15C-4CFF-B487-146F9B98A252}" dt="2021-08-10T21:41:36.338" v="10" actId="1076"/>
          <ac:picMkLst>
            <pc:docMk/>
            <pc:sldMk cId="661040741" sldId="329"/>
            <ac:picMk id="9" creationId="{89FBF71A-DDF5-4BAA-B9B5-91B4675FF80E}"/>
          </ac:picMkLst>
        </pc:picChg>
        <pc:picChg chg="mod">
          <ac:chgData name="annaasgaraly@ibm.com" userId="" providerId="" clId="Web-{10340FDF-B15C-4CFF-B487-146F9B98A252}" dt="2021-08-10T21:41:36.338" v="11" actId="1076"/>
          <ac:picMkLst>
            <pc:docMk/>
            <pc:sldMk cId="661040741" sldId="329"/>
            <ac:picMk id="10" creationId="{225AE237-9A47-4E0B-AE8A-DD0CED30B39D}"/>
          </ac:picMkLst>
        </pc:picChg>
        <pc:picChg chg="mod">
          <ac:chgData name="annaasgaraly@ibm.com" userId="" providerId="" clId="Web-{10340FDF-B15C-4CFF-B487-146F9B98A252}" dt="2021-08-10T21:41:36.353" v="12" actId="1076"/>
          <ac:picMkLst>
            <pc:docMk/>
            <pc:sldMk cId="661040741" sldId="329"/>
            <ac:picMk id="11" creationId="{E1021DDF-7C74-4FD8-AE38-AFFCC057C8C2}"/>
          </ac:picMkLst>
        </pc:picChg>
      </pc:sldChg>
      <pc:sldChg chg="delSp">
        <pc:chgData name="annaasgaraly@ibm.com" userId="" providerId="" clId="Web-{10340FDF-B15C-4CFF-B487-146F9B98A252}" dt="2021-08-10T21:41:45.322" v="13"/>
        <pc:sldMkLst>
          <pc:docMk/>
          <pc:sldMk cId="724038033" sldId="330"/>
        </pc:sldMkLst>
        <pc:picChg chg="del">
          <ac:chgData name="annaasgaraly@ibm.com" userId="" providerId="" clId="Web-{10340FDF-B15C-4CFF-B487-146F9B98A252}" dt="2021-08-10T21:41:45.322" v="13"/>
          <ac:picMkLst>
            <pc:docMk/>
            <pc:sldMk cId="724038033" sldId="330"/>
            <ac:picMk id="5" creationId="{CB1F49FF-991F-486B-915B-B77CF4EFA4FC}"/>
          </ac:picMkLst>
        </pc:picChg>
      </pc:sldChg>
      <pc:sldChg chg="delSp">
        <pc:chgData name="annaasgaraly@ibm.com" userId="" providerId="" clId="Web-{10340FDF-B15C-4CFF-B487-146F9B98A252}" dt="2021-08-10T21:41:47.681" v="14"/>
        <pc:sldMkLst>
          <pc:docMk/>
          <pc:sldMk cId="1980221439" sldId="331"/>
        </pc:sldMkLst>
        <pc:picChg chg="del">
          <ac:chgData name="annaasgaraly@ibm.com" userId="" providerId="" clId="Web-{10340FDF-B15C-4CFF-B487-146F9B98A252}" dt="2021-08-10T21:41:47.681" v="14"/>
          <ac:picMkLst>
            <pc:docMk/>
            <pc:sldMk cId="1980221439" sldId="331"/>
            <ac:picMk id="2" creationId="{8A66F7ED-A8F1-451C-8775-2EC870DFBB7B}"/>
          </ac:picMkLst>
        </pc:picChg>
      </pc:sldChg>
      <pc:sldChg chg="delSp">
        <pc:chgData name="annaasgaraly@ibm.com" userId="" providerId="" clId="Web-{10340FDF-B15C-4CFF-B487-146F9B98A252}" dt="2021-08-10T21:41:49.431" v="15"/>
        <pc:sldMkLst>
          <pc:docMk/>
          <pc:sldMk cId="2560061391" sldId="332"/>
        </pc:sldMkLst>
        <pc:picChg chg="del">
          <ac:chgData name="annaasgaraly@ibm.com" userId="" providerId="" clId="Web-{10340FDF-B15C-4CFF-B487-146F9B98A252}" dt="2021-08-10T21:41:49.431" v="15"/>
          <ac:picMkLst>
            <pc:docMk/>
            <pc:sldMk cId="2560061391" sldId="332"/>
            <ac:picMk id="3" creationId="{5183A175-625A-4E5B-9091-5DB0C049168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167474-952B-AC43-BEC3-541C80E3FD9C}"/>
              </a:ext>
            </a:extLst>
          </p:cNvPr>
          <p:cNvSpPr>
            <a:spLocks noGrp="1"/>
          </p:cNvSpPr>
          <p:nvPr>
            <p:ph type="hdr" sz="quarter"/>
          </p:nvPr>
        </p:nvSpPr>
        <p:spPr>
          <a:xfrm>
            <a:off x="0" y="0"/>
            <a:ext cx="2971800" cy="9366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B6DC1C6-1287-2C4A-84C8-98EFD82F9A6C}"/>
              </a:ext>
            </a:extLst>
          </p:cNvPr>
          <p:cNvSpPr>
            <a:spLocks noGrp="1"/>
          </p:cNvSpPr>
          <p:nvPr>
            <p:ph type="dt" sz="quarter" idx="1"/>
          </p:nvPr>
        </p:nvSpPr>
        <p:spPr>
          <a:xfrm>
            <a:off x="3884613" y="0"/>
            <a:ext cx="2971800" cy="93663"/>
          </a:xfrm>
          <a:prstGeom prst="rect">
            <a:avLst/>
          </a:prstGeom>
        </p:spPr>
        <p:txBody>
          <a:bodyPr vert="horz" lIns="91440" tIns="45720" rIns="91440" bIns="45720" rtlCol="0"/>
          <a:lstStyle>
            <a:lvl1pPr algn="r">
              <a:defRPr sz="1200"/>
            </a:lvl1pPr>
          </a:lstStyle>
          <a:p>
            <a:fld id="{C61B1DFE-DEC1-F84C-B64B-0BC4AFB87332}" type="datetimeFigureOut">
              <a:rPr lang="en-US" smtClean="0"/>
              <a:t>10/20/2026</a:t>
            </a:fld>
            <a:endParaRPr lang="en-US"/>
          </a:p>
        </p:txBody>
      </p:sp>
      <p:sp>
        <p:nvSpPr>
          <p:cNvPr id="4" name="Footer Placeholder 3">
            <a:extLst>
              <a:ext uri="{FF2B5EF4-FFF2-40B4-BE49-F238E27FC236}">
                <a16:creationId xmlns:a16="http://schemas.microsoft.com/office/drawing/2014/main" id="{06B322D0-710C-764D-ADE9-C566FF3B05D7}"/>
              </a:ext>
            </a:extLst>
          </p:cNvPr>
          <p:cNvSpPr>
            <a:spLocks noGrp="1"/>
          </p:cNvSpPr>
          <p:nvPr>
            <p:ph type="ftr" sz="quarter" idx="2"/>
          </p:nvPr>
        </p:nvSpPr>
        <p:spPr>
          <a:xfrm>
            <a:off x="0" y="1763713"/>
            <a:ext cx="2971800" cy="9366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2A2AE0-FDA0-1248-8D07-A5244E897ED5}"/>
              </a:ext>
            </a:extLst>
          </p:cNvPr>
          <p:cNvSpPr>
            <a:spLocks noGrp="1"/>
          </p:cNvSpPr>
          <p:nvPr>
            <p:ph type="sldNum" sz="quarter" idx="3"/>
          </p:nvPr>
        </p:nvSpPr>
        <p:spPr>
          <a:xfrm>
            <a:off x="3884613" y="1763713"/>
            <a:ext cx="2971800" cy="93662"/>
          </a:xfrm>
          <a:prstGeom prst="rect">
            <a:avLst/>
          </a:prstGeom>
        </p:spPr>
        <p:txBody>
          <a:bodyPr vert="horz" lIns="91440" tIns="45720" rIns="91440" bIns="45720" rtlCol="0" anchor="b"/>
          <a:lstStyle>
            <a:lvl1pPr algn="r">
              <a:defRPr sz="1200"/>
            </a:lvl1pPr>
          </a:lstStyle>
          <a:p>
            <a:fld id="{FD91E733-BECA-E944-9B7F-321864631FC0}" type="slidenum">
              <a:rPr lang="en-US" smtClean="0"/>
              <a:t>‹Nr.›</a:t>
            </a:fld>
            <a:endParaRPr lang="en-US"/>
          </a:p>
        </p:txBody>
      </p:sp>
    </p:spTree>
    <p:extLst>
      <p:ext uri="{BB962C8B-B14F-4D97-AF65-F5344CB8AC3E}">
        <p14:creationId xmlns:p14="http://schemas.microsoft.com/office/powerpoint/2010/main" val="40710155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‹Nr.›</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2</a:t>
            </a:fld>
            <a:endParaRPr lang="en-US" dirty="0"/>
          </a:p>
        </p:txBody>
      </p:sp>
    </p:spTree>
    <p:extLst>
      <p:ext uri="{BB962C8B-B14F-4D97-AF65-F5344CB8AC3E}">
        <p14:creationId xmlns:p14="http://schemas.microsoft.com/office/powerpoint/2010/main" val="4208315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6</a:t>
            </a:fld>
            <a:endParaRPr lang="en-US"/>
          </a:p>
        </p:txBody>
      </p:sp>
    </p:spTree>
    <p:extLst>
      <p:ext uri="{BB962C8B-B14F-4D97-AF65-F5344CB8AC3E}">
        <p14:creationId xmlns:p14="http://schemas.microsoft.com/office/powerpoint/2010/main" val="41185444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20</a:t>
            </a:fld>
            <a:endParaRPr lang="en-US"/>
          </a:p>
        </p:txBody>
      </p:sp>
    </p:spTree>
    <p:extLst>
      <p:ext uri="{BB962C8B-B14F-4D97-AF65-F5344CB8AC3E}">
        <p14:creationId xmlns:p14="http://schemas.microsoft.com/office/powerpoint/2010/main" val="39249665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21</a:t>
            </a:fld>
            <a:endParaRPr lang="en-US"/>
          </a:p>
        </p:txBody>
      </p:sp>
    </p:spTree>
    <p:extLst>
      <p:ext uri="{BB962C8B-B14F-4D97-AF65-F5344CB8AC3E}">
        <p14:creationId xmlns:p14="http://schemas.microsoft.com/office/powerpoint/2010/main" val="35759256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22</a:t>
            </a:fld>
            <a:endParaRPr lang="en-US"/>
          </a:p>
        </p:txBody>
      </p:sp>
    </p:spTree>
    <p:extLst>
      <p:ext uri="{BB962C8B-B14F-4D97-AF65-F5344CB8AC3E}">
        <p14:creationId xmlns:p14="http://schemas.microsoft.com/office/powerpoint/2010/main" val="25455750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51</a:t>
            </a:fld>
            <a:endParaRPr lang="en-US"/>
          </a:p>
        </p:txBody>
      </p:sp>
    </p:spTree>
    <p:extLst>
      <p:ext uri="{BB962C8B-B14F-4D97-AF65-F5344CB8AC3E}">
        <p14:creationId xmlns:p14="http://schemas.microsoft.com/office/powerpoint/2010/main" val="998503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2FDF747-B622-7F48-9215-C3A606BDEB98}"/>
              </a:ext>
            </a:extLst>
          </p:cNvPr>
          <p:cNvSpPr>
            <a:spLocks noGrp="1"/>
          </p:cNvSpPr>
          <p:nvPr>
            <p:ph type="sldNum" sz="quarter" idx="12"/>
          </p:nvPr>
        </p:nvSpPr>
        <p:spPr/>
        <p:txBody>
          <a:bodyPr/>
          <a:lstStyle/>
          <a:p>
            <a:fld id="{A190C97C-0095-2443-AC12-FA4CBA4ACD4D}" type="slidenum">
              <a:rPr lang="en-US" smtClean="0"/>
              <a:t>‹Nr.›</a:t>
            </a:fld>
            <a:endParaRPr lang="en-US"/>
          </a:p>
        </p:txBody>
      </p:sp>
    </p:spTree>
    <p:extLst>
      <p:ext uri="{BB962C8B-B14F-4D97-AF65-F5344CB8AC3E}">
        <p14:creationId xmlns:p14="http://schemas.microsoft.com/office/powerpoint/2010/main" val="2372729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E525-4063-4C4F-8334-FBA02DB6937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B14EC97-9D34-BE48-9367-02F3BA14827A}"/>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BB8E19-FEF2-7A4B-8575-5AFEB134BC5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10/20/2026</a:t>
            </a:fld>
            <a:endParaRPr lang="en-US"/>
          </a:p>
        </p:txBody>
      </p:sp>
      <p:sp>
        <p:nvSpPr>
          <p:cNvPr id="5" name="Footer Placeholder 4">
            <a:extLst>
              <a:ext uri="{FF2B5EF4-FFF2-40B4-BE49-F238E27FC236}">
                <a16:creationId xmlns:a16="http://schemas.microsoft.com/office/drawing/2014/main" id="{513A4E28-3138-784C-8CBB-8586D8EE030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FB07D0F-3645-6B43-9AD7-762199572C65}"/>
              </a:ext>
            </a:extLst>
          </p:cNvPr>
          <p:cNvSpPr>
            <a:spLocks noGrp="1"/>
          </p:cNvSpPr>
          <p:nvPr>
            <p:ph type="sldNum" sz="quarter" idx="12"/>
          </p:nvPr>
        </p:nvSpPr>
        <p:spPr/>
        <p:txBody>
          <a:bodyPr/>
          <a:lstStyle/>
          <a:p>
            <a:fld id="{A190C97C-0095-2443-AC12-FA4CBA4ACD4D}" type="slidenum">
              <a:rPr lang="en-US" smtClean="0"/>
              <a:t>‹Nr.›</a:t>
            </a:fld>
            <a:endParaRPr lang="en-US"/>
          </a:p>
        </p:txBody>
      </p:sp>
    </p:spTree>
    <p:extLst>
      <p:ext uri="{BB962C8B-B14F-4D97-AF65-F5344CB8AC3E}">
        <p14:creationId xmlns:p14="http://schemas.microsoft.com/office/powerpoint/2010/main" val="2669837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63CE8-FC8A-B648-971E-6DC96997A7A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634958-58AE-3F4E-8C00-440B25A937A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872462-6007-A64A-86E6-F5ED46C87269}"/>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10/20/2026</a:t>
            </a:fld>
            <a:endParaRPr lang="en-US"/>
          </a:p>
        </p:txBody>
      </p:sp>
      <p:sp>
        <p:nvSpPr>
          <p:cNvPr id="5" name="Footer Placeholder 4">
            <a:extLst>
              <a:ext uri="{FF2B5EF4-FFF2-40B4-BE49-F238E27FC236}">
                <a16:creationId xmlns:a16="http://schemas.microsoft.com/office/drawing/2014/main" id="{99D379FD-EE00-8243-9FA5-BC4C116FAB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2C754-6A4A-424A-B972-C341147C4E0D}"/>
              </a:ext>
            </a:extLst>
          </p:cNvPr>
          <p:cNvSpPr>
            <a:spLocks noGrp="1"/>
          </p:cNvSpPr>
          <p:nvPr>
            <p:ph type="sldNum" sz="quarter" idx="12"/>
          </p:nvPr>
        </p:nvSpPr>
        <p:spPr/>
        <p:txBody>
          <a:bodyPr/>
          <a:lstStyle/>
          <a:p>
            <a:fld id="{A190C97C-0095-2443-AC12-FA4CBA4ACD4D}" type="slidenum">
              <a:rPr lang="en-US" smtClean="0"/>
              <a:t>‹Nr.›</a:t>
            </a:fld>
            <a:endParaRPr lang="en-US"/>
          </a:p>
        </p:txBody>
      </p:sp>
    </p:spTree>
    <p:extLst>
      <p:ext uri="{BB962C8B-B14F-4D97-AF65-F5344CB8AC3E}">
        <p14:creationId xmlns:p14="http://schemas.microsoft.com/office/powerpoint/2010/main" val="3983851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B8FC9-14F0-064F-BEB7-9DA0B582216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F565333-3885-5246-9997-584B944334CC}"/>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A3D495-0AB7-4245-BD03-FEF725EE8B32}"/>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A3532B-22A8-4948-8614-690AB67FC7F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10/20/2026</a:t>
            </a:fld>
            <a:endParaRPr lang="en-US"/>
          </a:p>
        </p:txBody>
      </p:sp>
      <p:sp>
        <p:nvSpPr>
          <p:cNvPr id="6" name="Footer Placeholder 5">
            <a:extLst>
              <a:ext uri="{FF2B5EF4-FFF2-40B4-BE49-F238E27FC236}">
                <a16:creationId xmlns:a16="http://schemas.microsoft.com/office/drawing/2014/main" id="{BE45A5D6-868E-4849-A5DA-84702CEDFE8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D682E35-43FC-E946-AA84-7E00546A24B6}"/>
              </a:ext>
            </a:extLst>
          </p:cNvPr>
          <p:cNvSpPr>
            <a:spLocks noGrp="1"/>
          </p:cNvSpPr>
          <p:nvPr>
            <p:ph type="sldNum" sz="quarter" idx="12"/>
          </p:nvPr>
        </p:nvSpPr>
        <p:spPr/>
        <p:txBody>
          <a:bodyPr/>
          <a:lstStyle/>
          <a:p>
            <a:fld id="{A190C97C-0095-2443-AC12-FA4CBA4ACD4D}" type="slidenum">
              <a:rPr lang="en-US" smtClean="0"/>
              <a:t>‹Nr.›</a:t>
            </a:fld>
            <a:endParaRPr lang="en-US"/>
          </a:p>
        </p:txBody>
      </p:sp>
    </p:spTree>
    <p:extLst>
      <p:ext uri="{BB962C8B-B14F-4D97-AF65-F5344CB8AC3E}">
        <p14:creationId xmlns:p14="http://schemas.microsoft.com/office/powerpoint/2010/main" val="1445983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4121-1457-7D45-BFFD-BECD6649741B}"/>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CE09A76-C125-0945-BCD8-FF2A0498A56E}"/>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B142CC-BC3F-664E-A6C2-3854B8D4E8C7}"/>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FA8D54-9ED9-E345-B69E-FF5D485B134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9B295F-F3C2-5646-A5F3-194FE6EFEB29}"/>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516157-5FC9-E841-A6FC-14EBCFDEC672}"/>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10/20/2026</a:t>
            </a:fld>
            <a:endParaRPr lang="en-US"/>
          </a:p>
        </p:txBody>
      </p:sp>
      <p:sp>
        <p:nvSpPr>
          <p:cNvPr id="8" name="Footer Placeholder 7">
            <a:extLst>
              <a:ext uri="{FF2B5EF4-FFF2-40B4-BE49-F238E27FC236}">
                <a16:creationId xmlns:a16="http://schemas.microsoft.com/office/drawing/2014/main" id="{3544E072-D5B7-D647-82C0-40BEAE857D4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47A73D6E-2A82-7344-BB8C-513E6DA4E143}"/>
              </a:ext>
            </a:extLst>
          </p:cNvPr>
          <p:cNvSpPr>
            <a:spLocks noGrp="1"/>
          </p:cNvSpPr>
          <p:nvPr>
            <p:ph type="sldNum" sz="quarter" idx="12"/>
          </p:nvPr>
        </p:nvSpPr>
        <p:spPr/>
        <p:txBody>
          <a:bodyPr/>
          <a:lstStyle/>
          <a:p>
            <a:fld id="{A190C97C-0095-2443-AC12-FA4CBA4ACD4D}" type="slidenum">
              <a:rPr lang="en-US" smtClean="0"/>
              <a:t>‹Nr.›</a:t>
            </a:fld>
            <a:endParaRPr lang="en-US"/>
          </a:p>
        </p:txBody>
      </p:sp>
    </p:spTree>
    <p:extLst>
      <p:ext uri="{BB962C8B-B14F-4D97-AF65-F5344CB8AC3E}">
        <p14:creationId xmlns:p14="http://schemas.microsoft.com/office/powerpoint/2010/main" val="3472103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B4CE-9E7B-564C-A6C3-DCABF996FBD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4CF8A31D-92A5-DF47-9C3A-9F9C1CF8FC6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10/20/2026</a:t>
            </a:fld>
            <a:endParaRPr lang="en-US"/>
          </a:p>
        </p:txBody>
      </p:sp>
      <p:sp>
        <p:nvSpPr>
          <p:cNvPr id="4" name="Footer Placeholder 3">
            <a:extLst>
              <a:ext uri="{FF2B5EF4-FFF2-40B4-BE49-F238E27FC236}">
                <a16:creationId xmlns:a16="http://schemas.microsoft.com/office/drawing/2014/main" id="{FFE7EADA-8BC4-974C-BBA1-7390F15FD5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89EC0A8-C281-FF40-A774-EAF6089BB00F}"/>
              </a:ext>
            </a:extLst>
          </p:cNvPr>
          <p:cNvSpPr>
            <a:spLocks noGrp="1"/>
          </p:cNvSpPr>
          <p:nvPr>
            <p:ph type="sldNum" sz="quarter" idx="12"/>
          </p:nvPr>
        </p:nvSpPr>
        <p:spPr/>
        <p:txBody>
          <a:bodyPr/>
          <a:lstStyle/>
          <a:p>
            <a:fld id="{A190C97C-0095-2443-AC12-FA4CBA4ACD4D}" type="slidenum">
              <a:rPr lang="en-US" smtClean="0"/>
              <a:t>‹Nr.›</a:t>
            </a:fld>
            <a:endParaRPr lang="en-US"/>
          </a:p>
        </p:txBody>
      </p:sp>
    </p:spTree>
    <p:extLst>
      <p:ext uri="{BB962C8B-B14F-4D97-AF65-F5344CB8AC3E}">
        <p14:creationId xmlns:p14="http://schemas.microsoft.com/office/powerpoint/2010/main" val="2428588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027EBC-C9EC-5844-B3BF-5151B2F70EA4}"/>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10/20/2026</a:t>
            </a:fld>
            <a:endParaRPr lang="en-US"/>
          </a:p>
        </p:txBody>
      </p:sp>
      <p:sp>
        <p:nvSpPr>
          <p:cNvPr id="3" name="Footer Placeholder 2">
            <a:extLst>
              <a:ext uri="{FF2B5EF4-FFF2-40B4-BE49-F238E27FC236}">
                <a16:creationId xmlns:a16="http://schemas.microsoft.com/office/drawing/2014/main" id="{A9F664BF-C7CE-DC46-9D6D-A9335EE9D8B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6A1AAD4E-B732-E349-8793-C20A3D6B70AE}"/>
              </a:ext>
            </a:extLst>
          </p:cNvPr>
          <p:cNvSpPr>
            <a:spLocks noGrp="1"/>
          </p:cNvSpPr>
          <p:nvPr>
            <p:ph type="sldNum" sz="quarter" idx="12"/>
          </p:nvPr>
        </p:nvSpPr>
        <p:spPr/>
        <p:txBody>
          <a:bodyPr/>
          <a:lstStyle/>
          <a:p>
            <a:fld id="{A190C97C-0095-2443-AC12-FA4CBA4ACD4D}" type="slidenum">
              <a:rPr lang="en-US" smtClean="0"/>
              <a:t>‹Nr.›</a:t>
            </a:fld>
            <a:endParaRPr lang="en-US"/>
          </a:p>
        </p:txBody>
      </p:sp>
    </p:spTree>
    <p:extLst>
      <p:ext uri="{BB962C8B-B14F-4D97-AF65-F5344CB8AC3E}">
        <p14:creationId xmlns:p14="http://schemas.microsoft.com/office/powerpoint/2010/main" val="1418628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3A651-FEEA-2140-82D8-9C06A36F929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D2DAEA-C881-354D-A17E-2A95857F0CA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2148C2-62EB-B446-BB7C-69F5E480649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14D069-D155-9141-9045-DB41904753A7}"/>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10/20/2026</a:t>
            </a:fld>
            <a:endParaRPr lang="en-US"/>
          </a:p>
        </p:txBody>
      </p:sp>
      <p:sp>
        <p:nvSpPr>
          <p:cNvPr id="6" name="Footer Placeholder 5">
            <a:extLst>
              <a:ext uri="{FF2B5EF4-FFF2-40B4-BE49-F238E27FC236}">
                <a16:creationId xmlns:a16="http://schemas.microsoft.com/office/drawing/2014/main" id="{2C0EE34C-EABB-6848-A341-7CA0C29379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0C04AAD-C125-DD44-8102-9F28820805FD}"/>
              </a:ext>
            </a:extLst>
          </p:cNvPr>
          <p:cNvSpPr>
            <a:spLocks noGrp="1"/>
          </p:cNvSpPr>
          <p:nvPr>
            <p:ph type="sldNum" sz="quarter" idx="12"/>
          </p:nvPr>
        </p:nvSpPr>
        <p:spPr/>
        <p:txBody>
          <a:bodyPr/>
          <a:lstStyle/>
          <a:p>
            <a:fld id="{A190C97C-0095-2443-AC12-FA4CBA4ACD4D}" type="slidenum">
              <a:rPr lang="en-US" smtClean="0"/>
              <a:t>‹Nr.›</a:t>
            </a:fld>
            <a:endParaRPr lang="en-US"/>
          </a:p>
        </p:txBody>
      </p:sp>
    </p:spTree>
    <p:extLst>
      <p:ext uri="{BB962C8B-B14F-4D97-AF65-F5344CB8AC3E}">
        <p14:creationId xmlns:p14="http://schemas.microsoft.com/office/powerpoint/2010/main" val="4126351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D611A-FFDF-C848-A433-C5B125C402E0}"/>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6C0E97-AC3D-784B-96B7-0D18B5A35AE1}"/>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B37986-0214-C348-AB5F-D54BF288107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6860A9-8610-9347-BAE7-F23CCA13E55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10/20/2026</a:t>
            </a:fld>
            <a:endParaRPr lang="en-US"/>
          </a:p>
        </p:txBody>
      </p:sp>
      <p:sp>
        <p:nvSpPr>
          <p:cNvPr id="6" name="Footer Placeholder 5">
            <a:extLst>
              <a:ext uri="{FF2B5EF4-FFF2-40B4-BE49-F238E27FC236}">
                <a16:creationId xmlns:a16="http://schemas.microsoft.com/office/drawing/2014/main" id="{14249D7C-BCAA-DE44-AE89-5178DA8D82A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5319C3-A65D-764B-BD49-57D0082AE9A9}"/>
              </a:ext>
            </a:extLst>
          </p:cNvPr>
          <p:cNvSpPr>
            <a:spLocks noGrp="1"/>
          </p:cNvSpPr>
          <p:nvPr>
            <p:ph type="sldNum" sz="quarter" idx="12"/>
          </p:nvPr>
        </p:nvSpPr>
        <p:spPr/>
        <p:txBody>
          <a:bodyPr/>
          <a:lstStyle/>
          <a:p>
            <a:fld id="{A190C97C-0095-2443-AC12-FA4CBA4ACD4D}" type="slidenum">
              <a:rPr lang="en-US" smtClean="0"/>
              <a:t>‹Nr.›</a:t>
            </a:fld>
            <a:endParaRPr lang="en-US"/>
          </a:p>
        </p:txBody>
      </p:sp>
    </p:spTree>
    <p:extLst>
      <p:ext uri="{BB962C8B-B14F-4D97-AF65-F5344CB8AC3E}">
        <p14:creationId xmlns:p14="http://schemas.microsoft.com/office/powerpoint/2010/main" val="3349313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DD383-EB92-5540-96BB-199B7760EF4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9FED7B-4DA5-4346-B7E2-D18782430F68}"/>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2B5F2C-52A9-3047-A473-9FFC051518A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10/20/2026</a:t>
            </a:fld>
            <a:endParaRPr lang="en-US"/>
          </a:p>
        </p:txBody>
      </p:sp>
      <p:sp>
        <p:nvSpPr>
          <p:cNvPr id="5" name="Footer Placeholder 4">
            <a:extLst>
              <a:ext uri="{FF2B5EF4-FFF2-40B4-BE49-F238E27FC236}">
                <a16:creationId xmlns:a16="http://schemas.microsoft.com/office/drawing/2014/main" id="{DAC041C9-0677-664D-B2BB-69B0A6A709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0B34EA4-D670-2C41-9EF4-392023D22E4F}"/>
              </a:ext>
            </a:extLst>
          </p:cNvPr>
          <p:cNvSpPr>
            <a:spLocks noGrp="1"/>
          </p:cNvSpPr>
          <p:nvPr>
            <p:ph type="sldNum" sz="quarter" idx="12"/>
          </p:nvPr>
        </p:nvSpPr>
        <p:spPr/>
        <p:txBody>
          <a:bodyPr/>
          <a:lstStyle/>
          <a:p>
            <a:fld id="{A190C97C-0095-2443-AC12-FA4CBA4ACD4D}" type="slidenum">
              <a:rPr lang="en-US" smtClean="0"/>
              <a:t>‹Nr.›</a:t>
            </a:fld>
            <a:endParaRPr lang="en-US"/>
          </a:p>
        </p:txBody>
      </p:sp>
    </p:spTree>
    <p:extLst>
      <p:ext uri="{BB962C8B-B14F-4D97-AF65-F5344CB8AC3E}">
        <p14:creationId xmlns:p14="http://schemas.microsoft.com/office/powerpoint/2010/main" val="748549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05DB93-A58E-714C-BD6E-76F1D21AEA0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F83819-F149-7645-A0DD-B53DD9D84837}"/>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FB065F-A67E-EF4E-A12F-EB30F584E49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10/20/2026</a:t>
            </a:fld>
            <a:endParaRPr lang="en-US"/>
          </a:p>
        </p:txBody>
      </p:sp>
      <p:sp>
        <p:nvSpPr>
          <p:cNvPr id="5" name="Footer Placeholder 4">
            <a:extLst>
              <a:ext uri="{FF2B5EF4-FFF2-40B4-BE49-F238E27FC236}">
                <a16:creationId xmlns:a16="http://schemas.microsoft.com/office/drawing/2014/main" id="{356E9D5F-8CC5-8740-9426-35E9D812FC6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BB1DE0B-93CB-5C41-B581-C00D0F9F7CC2}"/>
              </a:ext>
            </a:extLst>
          </p:cNvPr>
          <p:cNvSpPr>
            <a:spLocks noGrp="1"/>
          </p:cNvSpPr>
          <p:nvPr>
            <p:ph type="sldNum" sz="quarter" idx="12"/>
          </p:nvPr>
        </p:nvSpPr>
        <p:spPr/>
        <p:txBody>
          <a:bodyPr/>
          <a:lstStyle/>
          <a:p>
            <a:fld id="{A190C97C-0095-2443-AC12-FA4CBA4ACD4D}" type="slidenum">
              <a:rPr lang="en-US" smtClean="0"/>
              <a:t>‹Nr.›</a:t>
            </a:fld>
            <a:endParaRPr lang="en-US"/>
          </a:p>
        </p:txBody>
      </p:sp>
    </p:spTree>
    <p:extLst>
      <p:ext uri="{BB962C8B-B14F-4D97-AF65-F5344CB8AC3E}">
        <p14:creationId xmlns:p14="http://schemas.microsoft.com/office/powerpoint/2010/main" val="857294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1_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a:prstGeom prst="rect">
            <a:avLst/>
          </a:prstGeom>
        </p:spPr>
        <p:txBody>
          <a:bodyPr anchor="b">
            <a:normAutofit/>
          </a:bodyPr>
          <a:lstStyle>
            <a:lvl1pPr algn="ctr">
              <a:defRPr sz="48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a:t>Click to edit Master title style</a:t>
            </a:r>
          </a:p>
        </p:txBody>
      </p:sp>
      <p:sp>
        <p:nvSpPr>
          <p:cNvPr id="2" name="Footer Placeholder 1">
            <a:extLst>
              <a:ext uri="{FF2B5EF4-FFF2-40B4-BE49-F238E27FC236}">
                <a16:creationId xmlns:a16="http://schemas.microsoft.com/office/drawing/2014/main" id="{FD30FDD2-E0CC-3E4C-A49E-91BE8BE0367F}"/>
              </a:ext>
            </a:extLst>
          </p:cNvPr>
          <p:cNvSpPr>
            <a:spLocks noGrp="1"/>
          </p:cNvSpPr>
          <p:nvPr>
            <p:ph type="ftr" sz="quarter" idx="10"/>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1038078290"/>
      </p:ext>
    </p:extLst>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A119083-F06C-6F4F-9852-321B8C953CC2}"/>
              </a:ext>
            </a:extLst>
          </p:cNvPr>
          <p:cNvSpPr>
            <a:spLocks noGrp="1"/>
          </p:cNvSpPr>
          <p:nvPr>
            <p:ph type="ftr" sz="quarter" idx="10"/>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976210309"/>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0D5B246-E282-3742-BD72-B1BCDC5A64B4}"/>
              </a:ext>
            </a:extLst>
          </p:cNvPr>
          <p:cNvSpPr>
            <a:spLocks noGrp="1"/>
          </p:cNvSpPr>
          <p:nvPr>
            <p:ph type="sldNum" sz="quarter" idx="4"/>
          </p:nvPr>
        </p:nvSpPr>
        <p:spPr>
          <a:xfrm>
            <a:off x="8714772" y="6025573"/>
            <a:ext cx="2743200" cy="401638"/>
          </a:xfrm>
          <a:prstGeom prst="rect">
            <a:avLst/>
          </a:prstGeom>
        </p:spPr>
        <p:txBody>
          <a:bodyPr vert="horz" lIns="91440" tIns="45720" rIns="91440" bIns="45720" rtlCol="0" anchor="ctr"/>
          <a:lstStyle>
            <a:lvl1pPr algn="r">
              <a:defRPr sz="1600">
                <a:solidFill>
                  <a:srgbClr val="1C7DDB"/>
                </a:solidFill>
                <a:latin typeface="Abadi" panose="020B0604020104020204" pitchFamily="34" charset="0"/>
              </a:defRPr>
            </a:lvl1pPr>
          </a:lstStyle>
          <a:p>
            <a:fld id="{A190C97C-0095-2443-AC12-FA4CBA4ACD4D}" type="slidenum">
              <a:rPr lang="en-US" smtClean="0"/>
              <a:pPr/>
              <a:t>‹Nr.›</a:t>
            </a:fld>
            <a:endParaRPr lang="en-US"/>
          </a:p>
        </p:txBody>
      </p:sp>
    </p:spTree>
    <p:extLst>
      <p:ext uri="{BB962C8B-B14F-4D97-AF65-F5344CB8AC3E}">
        <p14:creationId xmlns:p14="http://schemas.microsoft.com/office/powerpoint/2010/main" val="2647310266"/>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DsUgurPolat/010-Angewandte-Datenwissenschaft-Capstone/blob/main/Modul%201/004%20jupyter-labs-spacex-data-collection-api-v2.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DsUgurPolat/010-Angewandte-Datenwissenschaft-Capstone/blob/main/Modul%201/005%20jupyter-labs-webscraping.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DsUgurPolat/010-Angewandte-Datenwissenschaft-Capstone/blob/main/Modul%201/007%20labs-jupyter-spacex-Data%20wrangling-v2.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DsUgurPolat/010-Angewandte-Datenwissenschaft-Capstone/blob/main/Modul%202/003%20jupyter-labs-eda-dataviz-v2.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DsUgurPolat/010-Angewandte-Datenwissenschaft-Capstone/blob/main/Modul%202/002%20jupyter-labs-eda-sql-coursera_sqllite.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DsUgurPolat/010-Angewandte-Datenwissenschaft-Capstone/blob/main/Modul%203/002_lab-jupyter-launch-site-location-v2.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DsUgurPolat/010-Angewandte-Datenwissenschaft-Capstone/blob/main/Modul%203/003_Build_a_Dashboard.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DsUgurPolat/010-Angewandte-Datenwissenschaft-Capstone/blob/main/Modul%204/002_SpaceX-Machine-Learning-Prediction-Part-5-v1.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C36AF9D-A911-994B-90EA-013D4CDA5604}"/>
              </a:ext>
            </a:extLst>
          </p:cNvPr>
          <p:cNvSpPr txBox="1"/>
          <p:nvPr/>
        </p:nvSpPr>
        <p:spPr>
          <a:xfrm>
            <a:off x="888546" y="4568734"/>
            <a:ext cx="2514600" cy="646331"/>
          </a:xfrm>
          <a:prstGeom prst="rect">
            <a:avLst/>
          </a:prstGeom>
          <a:noFill/>
        </p:spPr>
        <p:txBody>
          <a:bodyPr wrap="square" lIns="91440" tIns="45720" rIns="91440" bIns="45720" rtlCol="0" anchor="t">
            <a:spAutoFit/>
          </a:bodyPr>
          <a:lstStyle/>
          <a:p>
            <a:r>
              <a:rPr lang="en-US" dirty="0">
                <a:solidFill>
                  <a:schemeClr val="bg2"/>
                </a:solidFill>
                <a:latin typeface="Abadi"/>
                <a:ea typeface="SF Pro" pitchFamily="2" charset="0"/>
                <a:cs typeface="SF Pro" pitchFamily="2" charset="0"/>
              </a:rPr>
              <a:t>Ugur Polat</a:t>
            </a:r>
          </a:p>
          <a:p>
            <a:r>
              <a:rPr lang="en-US" dirty="0">
                <a:solidFill>
                  <a:schemeClr val="bg2"/>
                </a:solidFill>
                <a:latin typeface="Abadi" panose="020B0604020104020204" pitchFamily="34" charset="0"/>
                <a:ea typeface="SF Pro" pitchFamily="2" charset="0"/>
                <a:cs typeface="SF Pro" pitchFamily="2" charset="0"/>
              </a:rPr>
              <a:t>20.10.2026</a:t>
            </a:r>
          </a:p>
        </p:txBody>
      </p:sp>
      <p:pic>
        <p:nvPicPr>
          <p:cNvPr id="2" name="Picture 2" descr="IBM Skills Network Logo - Horizontal-noai copy.png">
            <a:extLst>
              <a:ext uri="{FF2B5EF4-FFF2-40B4-BE49-F238E27FC236}">
                <a16:creationId xmlns:a16="http://schemas.microsoft.com/office/drawing/2014/main" id="{4F94DBE5-2DCC-401E-95AA-12E04A97FBA6}"/>
              </a:ext>
            </a:extLst>
          </p:cNvPr>
          <p:cNvPicPr>
            <a:picLocks noChangeAspect="1"/>
          </p:cNvPicPr>
          <p:nvPr/>
        </p:nvPicPr>
        <p:blipFill>
          <a:blip r:embed="rId3"/>
          <a:stretch>
            <a:fillRect/>
          </a:stretch>
        </p:blipFill>
        <p:spPr>
          <a:xfrm>
            <a:off x="889820" y="676828"/>
            <a:ext cx="2104103" cy="629183"/>
          </a:xfrm>
          <a:prstGeom prst="rect">
            <a:avLst/>
          </a:prstGeom>
        </p:spPr>
      </p:pic>
    </p:spTree>
    <p:extLst>
      <p:ext uri="{BB962C8B-B14F-4D97-AF65-F5344CB8AC3E}">
        <p14:creationId xmlns:p14="http://schemas.microsoft.com/office/powerpoint/2010/main" val="127761162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fld id="{5075537C-CA84-1446-933C-8E9D027F9201}" type="slidenum">
              <a:rPr lang="en-US" smtClean="0"/>
              <a:pPr/>
              <a:t>2</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958697" y="2113240"/>
            <a:ext cx="5167086" cy="3320824"/>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a:rPr>
              <a:t>Executive Summary</a:t>
            </a:r>
          </a:p>
          <a:p>
            <a:pPr>
              <a:lnSpc>
                <a:spcPct val="100000"/>
              </a:lnSpc>
              <a:spcBef>
                <a:spcPts val="1400"/>
              </a:spcBef>
            </a:pPr>
            <a:r>
              <a:rPr lang="en-US" sz="2200" dirty="0">
                <a:solidFill>
                  <a:schemeClr val="accent3">
                    <a:lumMod val="25000"/>
                  </a:schemeClr>
                </a:solidFill>
                <a:latin typeface="Abadi"/>
              </a:rPr>
              <a:t>Introduction</a:t>
            </a:r>
          </a:p>
          <a:p>
            <a:pPr>
              <a:lnSpc>
                <a:spcPct val="100000"/>
              </a:lnSpc>
              <a:spcBef>
                <a:spcPts val="1400"/>
              </a:spcBef>
            </a:pPr>
            <a:r>
              <a:rPr lang="en-US" sz="2200" dirty="0">
                <a:solidFill>
                  <a:schemeClr val="accent3">
                    <a:lumMod val="25000"/>
                  </a:schemeClr>
                </a:solidFill>
                <a:latin typeface="Abadi"/>
              </a:rPr>
              <a:t>Methodology</a:t>
            </a:r>
          </a:p>
          <a:p>
            <a:pPr>
              <a:lnSpc>
                <a:spcPct val="100000"/>
              </a:lnSpc>
              <a:spcBef>
                <a:spcPts val="1400"/>
              </a:spcBef>
            </a:pPr>
            <a:r>
              <a:rPr lang="en-US" sz="2200" dirty="0">
                <a:solidFill>
                  <a:schemeClr val="accent3">
                    <a:lumMod val="25000"/>
                  </a:schemeClr>
                </a:solidFill>
                <a:latin typeface="Abadi"/>
              </a:rPr>
              <a:t>Results</a:t>
            </a:r>
          </a:p>
          <a:p>
            <a:pPr>
              <a:lnSpc>
                <a:spcPct val="100000"/>
              </a:lnSpc>
              <a:spcBef>
                <a:spcPts val="1400"/>
              </a:spcBef>
            </a:pPr>
            <a:r>
              <a:rPr lang="en-US" sz="2200" dirty="0">
                <a:solidFill>
                  <a:schemeClr val="accent3">
                    <a:lumMod val="25000"/>
                  </a:schemeClr>
                </a:solidFill>
                <a:latin typeface="Abadi"/>
              </a:rPr>
              <a:t>Conclusion</a:t>
            </a:r>
          </a:p>
          <a:p>
            <a:pPr>
              <a:lnSpc>
                <a:spcPct val="100000"/>
              </a:lnSpc>
              <a:spcBef>
                <a:spcPts val="1400"/>
              </a:spcBef>
            </a:pPr>
            <a:r>
              <a:rPr lang="en-US" sz="2200" dirty="0">
                <a:solidFill>
                  <a:schemeClr val="accent3">
                    <a:lumMod val="25000"/>
                  </a:schemeClr>
                </a:solidFill>
                <a:latin typeface="Abadi"/>
              </a:rPr>
              <a:t>Appendix</a:t>
            </a: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Outline</a:t>
            </a:r>
          </a:p>
        </p:txBody>
      </p:sp>
    </p:spTree>
    <p:extLst>
      <p:ext uri="{BB962C8B-B14F-4D97-AF65-F5344CB8AC3E}">
        <p14:creationId xmlns:p14="http://schemas.microsoft.com/office/powerpoint/2010/main" val="724038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3</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958903" y="2684972"/>
            <a:ext cx="4017889" cy="1039909"/>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panose="020B0604020104020204" pitchFamily="34" charset="0"/>
              </a:rPr>
              <a:t>Summary of methodologies</a:t>
            </a:r>
          </a:p>
          <a:p>
            <a:pPr>
              <a:lnSpc>
                <a:spcPct val="100000"/>
              </a:lnSpc>
              <a:spcBef>
                <a:spcPts val="1400"/>
              </a:spcBef>
            </a:pPr>
            <a:r>
              <a:rPr lang="en-US" sz="2200" dirty="0">
                <a:solidFill>
                  <a:schemeClr val="accent3">
                    <a:lumMod val="25000"/>
                  </a:schemeClr>
                </a:solidFill>
                <a:latin typeface="Abadi" panose="020B0604020104020204" pitchFamily="34" charset="0"/>
              </a:rPr>
              <a:t>Summary of all results</a:t>
            </a: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Executive Summary</a:t>
            </a:r>
            <a:endParaRPr lang="en-US">
              <a:solidFill>
                <a:srgbClr val="0B49CB"/>
              </a:solidFill>
            </a:endParaRPr>
          </a:p>
        </p:txBody>
      </p:sp>
    </p:spTree>
    <p:extLst>
      <p:ext uri="{BB962C8B-B14F-4D97-AF65-F5344CB8AC3E}">
        <p14:creationId xmlns:p14="http://schemas.microsoft.com/office/powerpoint/2010/main" val="1980221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4</a:t>
            </a:fld>
            <a:endParaRPr lang="en-US" dirty="0"/>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828068" y="538650"/>
            <a:ext cx="10530114"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Introduction</a:t>
            </a:r>
            <a:endParaRPr lang="en-US">
              <a:solidFill>
                <a:srgbClr val="0B49CB"/>
              </a:solidFill>
            </a:endParaRPr>
          </a:p>
        </p:txBody>
      </p:sp>
      <p:sp>
        <p:nvSpPr>
          <p:cNvPr id="5" name="Content Placeholder 2">
            <a:extLst>
              <a:ext uri="{FF2B5EF4-FFF2-40B4-BE49-F238E27FC236}">
                <a16:creationId xmlns:a16="http://schemas.microsoft.com/office/drawing/2014/main" id="{8E999A1B-8752-489F-A63B-EA2F60186B52}"/>
              </a:ext>
            </a:extLst>
          </p:cNvPr>
          <p:cNvSpPr txBox="1">
            <a:spLocks/>
          </p:cNvSpPr>
          <p:nvPr/>
        </p:nvSpPr>
        <p:spPr>
          <a:xfrm>
            <a:off x="958697" y="2521403"/>
            <a:ext cx="5660840" cy="18984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spcBef>
                <a:spcPts val="1400"/>
              </a:spcBef>
            </a:pPr>
            <a:r>
              <a:rPr lang="en-US" sz="2200" dirty="0">
                <a:solidFill>
                  <a:schemeClr val="accent3">
                    <a:lumMod val="25000"/>
                  </a:schemeClr>
                </a:solidFill>
                <a:latin typeface="Abadi" panose="020B0604020104020204" pitchFamily="34" charset="0"/>
              </a:rPr>
              <a:t>Project background and context</a:t>
            </a:r>
          </a:p>
          <a:p>
            <a:pPr>
              <a:spcBef>
                <a:spcPts val="1400"/>
              </a:spcBef>
            </a:pPr>
            <a:r>
              <a:rPr lang="en-US" sz="2200" dirty="0">
                <a:solidFill>
                  <a:schemeClr val="accent3">
                    <a:lumMod val="25000"/>
                  </a:schemeClr>
                </a:solidFill>
                <a:latin typeface="Abadi" panose="020B0604020104020204" pitchFamily="34" charset="0"/>
              </a:rPr>
              <a:t>Problems you want to find answers</a:t>
            </a:r>
          </a:p>
        </p:txBody>
      </p:sp>
    </p:spTree>
    <p:extLst>
      <p:ext uri="{BB962C8B-B14F-4D97-AF65-F5344CB8AC3E}">
        <p14:creationId xmlns:p14="http://schemas.microsoft.com/office/powerpoint/2010/main" val="2560061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A1BF29A-91D2-784B-9589-F5A3883168D5}"/>
              </a:ext>
            </a:extLst>
          </p:cNvPr>
          <p:cNvSpPr>
            <a:spLocks noGrp="1"/>
          </p:cNvSpPr>
          <p:nvPr>
            <p:ph type="sldNum" sz="quarter" idx="12"/>
          </p:nvPr>
        </p:nvSpPr>
        <p:spPr>
          <a:xfrm>
            <a:off x="9448800" y="6356350"/>
            <a:ext cx="2743200" cy="365125"/>
          </a:xfrm>
        </p:spPr>
        <p:txBody>
          <a:bodyPr/>
          <a:lstStyle/>
          <a:p>
            <a:fld id="{5075537C-CA84-1446-933C-8E9D027F9201}" type="slidenum">
              <a:rPr lang="en-US" smtClean="0"/>
              <a:t>5</a:t>
            </a:fld>
            <a:endParaRPr lang="en-US" dirty="0"/>
          </a:p>
        </p:txBody>
      </p:sp>
      <p:sp>
        <p:nvSpPr>
          <p:cNvPr id="2" name="TextBox 1">
            <a:extLst>
              <a:ext uri="{FF2B5EF4-FFF2-40B4-BE49-F238E27FC236}">
                <a16:creationId xmlns:a16="http://schemas.microsoft.com/office/drawing/2014/main" id="{99393D11-6810-B94E-A01A-A2D00E82E738}"/>
              </a:ext>
            </a:extLst>
          </p:cNvPr>
          <p:cNvSpPr txBox="1"/>
          <p:nvPr/>
        </p:nvSpPr>
        <p:spPr>
          <a:xfrm>
            <a:off x="765313" y="2812774"/>
            <a:ext cx="1058303" cy="369332"/>
          </a:xfrm>
          <a:prstGeom prst="rect">
            <a:avLst/>
          </a:prstGeom>
          <a:solidFill>
            <a:srgbClr val="0948CB"/>
          </a:solidFill>
        </p:spPr>
        <p:txBody>
          <a:bodyPr wrap="none" rtlCol="0">
            <a:spAutoFit/>
          </a:bodyPr>
          <a:lstStyle/>
          <a:p>
            <a:r>
              <a:rPr lang="en-US" dirty="0">
                <a:solidFill>
                  <a:schemeClr val="bg1"/>
                </a:solidFill>
              </a:rPr>
              <a:t>Section 1</a:t>
            </a:r>
          </a:p>
        </p:txBody>
      </p:sp>
    </p:spTree>
    <p:extLst>
      <p:ext uri="{BB962C8B-B14F-4D97-AF65-F5344CB8AC3E}">
        <p14:creationId xmlns:p14="http://schemas.microsoft.com/office/powerpoint/2010/main" val="3093198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92CF01-5F8F-9D43-96B9-A581954BA94A}"/>
              </a:ext>
            </a:extLst>
          </p:cNvPr>
          <p:cNvSpPr>
            <a:spLocks noGrp="1"/>
          </p:cNvSpPr>
          <p:nvPr>
            <p:ph type="sldNum" sz="quarter" idx="12"/>
          </p:nvPr>
        </p:nvSpPr>
        <p:spPr/>
        <p:txBody>
          <a:bodyPr/>
          <a:lstStyle/>
          <a:p>
            <a:fld id="{5075537C-CA84-1446-933C-8E9D027F9201}" type="slidenum">
              <a:rPr lang="en-US" smtClean="0"/>
              <a:t>6</a:t>
            </a:fld>
            <a:endParaRPr lang="en-US" dirty="0"/>
          </a:p>
        </p:txBody>
      </p:sp>
      <p:sp>
        <p:nvSpPr>
          <p:cNvPr id="7" name="Content Placeholder 2">
            <a:extLst>
              <a:ext uri="{FF2B5EF4-FFF2-40B4-BE49-F238E27FC236}">
                <a16:creationId xmlns:a16="http://schemas.microsoft.com/office/drawing/2014/main" id="{0BFEC426-B615-E549-83E5-140FD588BC64}"/>
              </a:ext>
            </a:extLst>
          </p:cNvPr>
          <p:cNvSpPr txBox="1">
            <a:spLocks/>
          </p:cNvSpPr>
          <p:nvPr/>
        </p:nvSpPr>
        <p:spPr>
          <a:xfrm>
            <a:off x="770011" y="1580808"/>
            <a:ext cx="10104817" cy="5211877"/>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20000"/>
              </a:lnSpc>
              <a:spcBef>
                <a:spcPts val="1400"/>
              </a:spcBef>
              <a:buNone/>
            </a:pPr>
            <a:r>
              <a:rPr lang="en-US" sz="1900" dirty="0">
                <a:solidFill>
                  <a:srgbClr val="0B49CB"/>
                </a:solidFill>
                <a:latin typeface="Abadi"/>
              </a:rPr>
              <a:t>Executive Summary</a:t>
            </a:r>
          </a:p>
          <a:p>
            <a:pPr>
              <a:lnSpc>
                <a:spcPct val="120000"/>
              </a:lnSpc>
              <a:spcBef>
                <a:spcPts val="1400"/>
              </a:spcBef>
            </a:pPr>
            <a:r>
              <a:rPr lang="en-US" sz="1900" dirty="0">
                <a:solidFill>
                  <a:schemeClr val="accent3">
                    <a:lumMod val="25000"/>
                  </a:schemeClr>
                </a:solidFill>
                <a:latin typeface="Abadi"/>
              </a:rPr>
              <a:t>Data collection methodology:</a:t>
            </a:r>
          </a:p>
          <a:p>
            <a:pPr lvl="1">
              <a:lnSpc>
                <a:spcPct val="120000"/>
              </a:lnSpc>
              <a:spcBef>
                <a:spcPts val="1400"/>
              </a:spcBef>
            </a:pPr>
            <a:r>
              <a:rPr lang="en-US" sz="1900" dirty="0">
                <a:solidFill>
                  <a:schemeClr val="bg2">
                    <a:lumMod val="50000"/>
                  </a:schemeClr>
                </a:solidFill>
                <a:latin typeface="Abadi"/>
              </a:rPr>
              <a:t>Describe how data was collected </a:t>
            </a:r>
          </a:p>
          <a:p>
            <a:pPr>
              <a:lnSpc>
                <a:spcPct val="120000"/>
              </a:lnSpc>
              <a:spcBef>
                <a:spcPts val="1400"/>
              </a:spcBef>
            </a:pPr>
            <a:r>
              <a:rPr lang="en-US" sz="1900" dirty="0">
                <a:solidFill>
                  <a:schemeClr val="accent3">
                    <a:lumMod val="25000"/>
                  </a:schemeClr>
                </a:solidFill>
                <a:latin typeface="Abadi"/>
              </a:rPr>
              <a:t>Perform data wrangling</a:t>
            </a:r>
          </a:p>
          <a:p>
            <a:pPr lvl="1">
              <a:lnSpc>
                <a:spcPct val="120000"/>
              </a:lnSpc>
              <a:spcBef>
                <a:spcPts val="1400"/>
              </a:spcBef>
            </a:pPr>
            <a:r>
              <a:rPr lang="en-US" sz="1900" dirty="0">
                <a:solidFill>
                  <a:schemeClr val="bg2">
                    <a:lumMod val="50000"/>
                  </a:schemeClr>
                </a:solidFill>
                <a:latin typeface="Abadi"/>
              </a:rPr>
              <a:t>Describe how data was processed</a:t>
            </a:r>
          </a:p>
          <a:p>
            <a:pPr>
              <a:lnSpc>
                <a:spcPct val="120000"/>
              </a:lnSpc>
              <a:spcBef>
                <a:spcPts val="1400"/>
              </a:spcBef>
            </a:pPr>
            <a:r>
              <a:rPr lang="en-US" sz="1900" dirty="0">
                <a:solidFill>
                  <a:schemeClr val="accent3">
                    <a:lumMod val="25000"/>
                  </a:schemeClr>
                </a:solidFill>
                <a:latin typeface="Abadi"/>
              </a:rPr>
              <a:t>Perform exploratory data analysis (EDA) using visualization and SQL</a:t>
            </a:r>
          </a:p>
          <a:p>
            <a:pPr>
              <a:lnSpc>
                <a:spcPct val="120000"/>
              </a:lnSpc>
              <a:spcBef>
                <a:spcPts val="1400"/>
              </a:spcBef>
            </a:pPr>
            <a:r>
              <a:rPr lang="en-US" sz="1900" dirty="0">
                <a:solidFill>
                  <a:schemeClr val="accent3">
                    <a:lumMod val="25000"/>
                  </a:schemeClr>
                </a:solidFill>
                <a:latin typeface="Abadi"/>
              </a:rPr>
              <a:t>Perform interactive visual analytics using Folium and </a:t>
            </a:r>
            <a:r>
              <a:rPr lang="en-US" sz="1900" dirty="0" err="1">
                <a:solidFill>
                  <a:schemeClr val="accent3">
                    <a:lumMod val="25000"/>
                  </a:schemeClr>
                </a:solidFill>
                <a:latin typeface="Abadi"/>
              </a:rPr>
              <a:t>Plotly</a:t>
            </a:r>
            <a:r>
              <a:rPr lang="en-US" sz="1900" dirty="0">
                <a:solidFill>
                  <a:schemeClr val="accent3">
                    <a:lumMod val="25000"/>
                  </a:schemeClr>
                </a:solidFill>
                <a:latin typeface="Abadi"/>
              </a:rPr>
              <a:t> Dash</a:t>
            </a:r>
          </a:p>
          <a:p>
            <a:pPr>
              <a:lnSpc>
                <a:spcPct val="120000"/>
              </a:lnSpc>
              <a:spcBef>
                <a:spcPts val="1400"/>
              </a:spcBef>
            </a:pPr>
            <a:r>
              <a:rPr lang="en-US" sz="1900" dirty="0">
                <a:solidFill>
                  <a:schemeClr val="accent3">
                    <a:lumMod val="25000"/>
                  </a:schemeClr>
                </a:solidFill>
                <a:latin typeface="Abadi"/>
              </a:rPr>
              <a:t>Perform predictive analysis using classification models</a:t>
            </a:r>
          </a:p>
          <a:p>
            <a:pPr lvl="1">
              <a:lnSpc>
                <a:spcPct val="120000"/>
              </a:lnSpc>
              <a:spcBef>
                <a:spcPts val="1400"/>
              </a:spcBef>
            </a:pPr>
            <a:r>
              <a:rPr lang="en-US" sz="1900" dirty="0">
                <a:solidFill>
                  <a:schemeClr val="bg2">
                    <a:lumMod val="50000"/>
                  </a:schemeClr>
                </a:solidFill>
                <a:latin typeface="Abadi"/>
              </a:rPr>
              <a:t>How to build, tune, evaluate classification models</a:t>
            </a:r>
            <a:endParaRPr lang="en-US" sz="1900" dirty="0">
              <a:solidFill>
                <a:schemeClr val="accent3">
                  <a:lumMod val="25000"/>
                </a:schemeClr>
              </a:solidFill>
              <a:latin typeface="Abadi"/>
            </a:endParaRPr>
          </a:p>
        </p:txBody>
      </p:sp>
      <p:sp>
        <p:nvSpPr>
          <p:cNvPr id="13" name="Title 1">
            <a:extLst>
              <a:ext uri="{FF2B5EF4-FFF2-40B4-BE49-F238E27FC236}">
                <a16:creationId xmlns:a16="http://schemas.microsoft.com/office/drawing/2014/main" id="{13C62649-0825-4926-8E2A-2EBCCFE00EC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Methodology</a:t>
            </a:r>
            <a:endParaRPr lang="en-US" dirty="0">
              <a:solidFill>
                <a:srgbClr val="0B49CB"/>
              </a:solidFill>
            </a:endParaRPr>
          </a:p>
        </p:txBody>
      </p:sp>
    </p:spTree>
    <p:extLst>
      <p:ext uri="{BB962C8B-B14F-4D97-AF65-F5344CB8AC3E}">
        <p14:creationId xmlns:p14="http://schemas.microsoft.com/office/powerpoint/2010/main" val="4036311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7</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1" y="1825625"/>
            <a:ext cx="10515600" cy="4351338"/>
          </a:xfrm>
          <a:prstGeom prst="rect">
            <a:avLst/>
          </a:prstGeom>
        </p:spPr>
        <p:txBody>
          <a:bodyPr/>
          <a:lstStyle/>
          <a:p>
            <a:pPr>
              <a:lnSpc>
                <a:spcPct val="100000"/>
              </a:lnSpc>
              <a:spcBef>
                <a:spcPts val="1400"/>
              </a:spcBef>
            </a:pPr>
            <a:r>
              <a:rPr lang="en-US" sz="2200" dirty="0">
                <a:solidFill>
                  <a:schemeClr val="accent3">
                    <a:lumMod val="25000"/>
                  </a:schemeClr>
                </a:solidFill>
                <a:latin typeface="Abadi" panose="020B0604020104020204" pitchFamily="34" charset="0"/>
              </a:rPr>
              <a:t>Describe how data sets were collected. </a:t>
            </a:r>
          </a:p>
          <a:p>
            <a:pPr>
              <a:lnSpc>
                <a:spcPct val="100000"/>
              </a:lnSpc>
              <a:spcBef>
                <a:spcPts val="1400"/>
              </a:spcBef>
            </a:pPr>
            <a:r>
              <a:rPr lang="en-US" sz="2200" dirty="0">
                <a:solidFill>
                  <a:schemeClr val="accent3">
                    <a:lumMod val="25000"/>
                  </a:schemeClr>
                </a:solidFill>
                <a:latin typeface="Abadi" panose="020B0604020104020204" pitchFamily="34" charset="0"/>
              </a:rPr>
              <a:t>Data was collected from the SpaceX REST API and Wikipedia launch records. The data was extracted, combined, cleaned, and prepared for analysis.</a:t>
            </a:r>
          </a:p>
          <a:p>
            <a:pPr marL="0" indent="0">
              <a:buNone/>
            </a:pPr>
            <a:endParaRPr lang="en-US" dirty="0"/>
          </a:p>
        </p:txBody>
      </p:sp>
      <p:sp>
        <p:nvSpPr>
          <p:cNvPr id="12" name="Title 1">
            <a:extLst>
              <a:ext uri="{FF2B5EF4-FFF2-40B4-BE49-F238E27FC236}">
                <a16:creationId xmlns:a16="http://schemas.microsoft.com/office/drawing/2014/main" id="{D77AC1D2-8B41-4A7A-88CF-41E6B7D8C98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a:t>
            </a:r>
            <a:endParaRPr lang="en-US" dirty="0">
              <a:solidFill>
                <a:srgbClr val="0B49CB"/>
              </a:solidFill>
            </a:endParaRPr>
          </a:p>
        </p:txBody>
      </p:sp>
    </p:spTree>
    <p:extLst>
      <p:ext uri="{BB962C8B-B14F-4D97-AF65-F5344CB8AC3E}">
        <p14:creationId xmlns:p14="http://schemas.microsoft.com/office/powerpoint/2010/main" val="3288665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8</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5910262" y="1792288"/>
            <a:ext cx="5461000" cy="4206875"/>
          </a:xfrm>
          <a:prstGeom prst="rect">
            <a:avLst/>
          </a:prstGeom>
          <a:ln>
            <a:solidFill>
              <a:srgbClr val="0B49CB"/>
            </a:solidFill>
            <a:prstDash val="dash"/>
          </a:ln>
        </p:spPr>
        <p:txBody>
          <a:bodyPr vert="horz" lIns="91440" tIns="45720" rIns="91440" bIns="45720" rtlCol="0" anchor="t">
            <a:normAutofit/>
          </a:bodyPr>
          <a:lstStyle/>
          <a:p>
            <a:pPr marL="0" indent="0">
              <a:buNone/>
            </a:pPr>
            <a:endParaRPr lang="en-US" sz="2200" dirty="0">
              <a:solidFill>
                <a:srgbClr val="1C7DDB"/>
              </a:solidFill>
              <a:latin typeface="Abadi"/>
            </a:endParaRPr>
          </a:p>
          <a:p>
            <a:r>
              <a:rPr lang="en-US" sz="2200" dirty="0">
                <a:solidFill>
                  <a:srgbClr val="1C7DDB"/>
                </a:solidFill>
                <a:latin typeface="Abadi"/>
              </a:rPr>
              <a:t>SpaceX REST API</a:t>
            </a:r>
          </a:p>
          <a:p>
            <a:r>
              <a:rPr lang="en-US" sz="2200" dirty="0">
                <a:solidFill>
                  <a:srgbClr val="1C7DDB"/>
                </a:solidFill>
                <a:latin typeface="Abadi"/>
              </a:rPr>
              <a:t>Retrieve Launch Data</a:t>
            </a:r>
          </a:p>
          <a:p>
            <a:r>
              <a:rPr lang="en-US" sz="2200" dirty="0">
                <a:solidFill>
                  <a:srgbClr val="1C7DDB"/>
                </a:solidFill>
                <a:latin typeface="Abadi"/>
              </a:rPr>
              <a:t>Extract Required Fields(Flight No., </a:t>
            </a:r>
            <a:r>
              <a:rPr lang="en-US" sz="2200" dirty="0" err="1">
                <a:solidFill>
                  <a:srgbClr val="1C7DDB"/>
                </a:solidFill>
                <a:latin typeface="Abadi"/>
              </a:rPr>
              <a:t>Payload,Launch</a:t>
            </a:r>
            <a:r>
              <a:rPr lang="en-US" sz="2200" dirty="0">
                <a:solidFill>
                  <a:srgbClr val="1C7DDB"/>
                </a:solidFill>
                <a:latin typeface="Abadi"/>
              </a:rPr>
              <a:t> Site, Outcome)</a:t>
            </a:r>
          </a:p>
          <a:p>
            <a:r>
              <a:rPr lang="en-US" sz="2200" dirty="0">
                <a:solidFill>
                  <a:srgbClr val="1C7DDB"/>
                </a:solidFill>
                <a:latin typeface="Abadi"/>
              </a:rPr>
              <a:t>Merge Related Data(Rocket, Payload, Core)</a:t>
            </a:r>
          </a:p>
          <a:p>
            <a:r>
              <a:rPr lang="en-US" sz="2200" dirty="0">
                <a:solidFill>
                  <a:srgbClr val="1C7DDB"/>
                </a:solidFill>
                <a:latin typeface="Abadi"/>
              </a:rPr>
              <a:t>Create </a:t>
            </a:r>
            <a:r>
              <a:rPr lang="en-US" sz="2200" dirty="0" err="1">
                <a:solidFill>
                  <a:srgbClr val="1C7DDB"/>
                </a:solidFill>
                <a:latin typeface="Abadi"/>
              </a:rPr>
              <a:t>DataFrame</a:t>
            </a:r>
            <a:endParaRPr lang="en-US" sz="2200" dirty="0">
              <a:solidFill>
                <a:srgbClr val="1C7DDB"/>
              </a:solidFill>
              <a:latin typeface="Abadi"/>
            </a:endParaRPr>
          </a:p>
          <a:p>
            <a:r>
              <a:rPr lang="en-US" sz="2200" dirty="0">
                <a:solidFill>
                  <a:srgbClr val="1C7DDB"/>
                </a:solidFill>
                <a:latin typeface="Abadi"/>
              </a:rPr>
              <a:t>Export for Analysis</a:t>
            </a:r>
          </a:p>
          <a:p>
            <a:pPr marL="0" indent="0">
              <a:buNone/>
            </a:pPr>
            <a:endParaRPr lang="en-US" sz="2200" dirty="0">
              <a:solidFill>
                <a:srgbClr val="1C7DDB"/>
              </a:solidFill>
              <a:latin typeface="Abadi"/>
            </a:endParaRPr>
          </a:p>
          <a:p>
            <a:pPr marL="0" indent="0">
              <a:buNone/>
            </a:pPr>
            <a:endParaRPr lang="en-US" sz="2200" dirty="0">
              <a:solidFill>
                <a:srgbClr val="1C7DDB"/>
              </a:solidFill>
              <a:latin typeface="Abadi"/>
            </a:endParaRPr>
          </a:p>
          <a:p>
            <a:pPr marL="0" indent="0">
              <a:buNone/>
            </a:pPr>
            <a:endParaRPr lang="en-US" sz="2200" dirty="0">
              <a:solidFill>
                <a:srgbClr val="1C7DDB"/>
              </a:solidFill>
              <a:latin typeface="Abadi"/>
            </a:endParaRPr>
          </a:p>
        </p:txBody>
      </p:sp>
      <p:sp>
        <p:nvSpPr>
          <p:cNvPr id="3" name="Text Placeholder 2">
            <a:extLst>
              <a:ext uri="{FF2B5EF4-FFF2-40B4-BE49-F238E27FC236}">
                <a16:creationId xmlns:a16="http://schemas.microsoft.com/office/drawing/2014/main" id="{AB0AB2AC-B7E6-6849-9AE9-697369407F8F}"/>
              </a:ext>
            </a:extLst>
          </p:cNvPr>
          <p:cNvSpPr>
            <a:spLocks noGrp="1"/>
          </p:cNvSpPr>
          <p:nvPr>
            <p:ph type="body" sz="half" idx="4294967295"/>
          </p:nvPr>
        </p:nvSpPr>
        <p:spPr>
          <a:xfrm>
            <a:off x="820738" y="1800225"/>
            <a:ext cx="4640263" cy="4225925"/>
          </a:xfrm>
          <a:prstGeom prst="rect">
            <a:avLst/>
          </a:prstGeom>
        </p:spPr>
        <p:txBody>
          <a:bodyPr vert="horz" lIns="91440" tIns="45720" rIns="91440" bIns="45720" rtlCol="0" anchor="t">
            <a:normAutofit/>
          </a:bodyPr>
          <a:lstStyle/>
          <a:p>
            <a:pPr marL="0" indent="0" fontAlgn="t">
              <a:buNone/>
            </a:pPr>
            <a:r>
              <a:rPr lang="en-US" sz="1600" b="1" i="0" dirty="0">
                <a:effectLst/>
                <a:latin typeface="Segoe UI" panose="020B0502040204020203" pitchFamily="34" charset="0"/>
              </a:rPr>
              <a:t>Data Collection using SpaceX REST API</a:t>
            </a:r>
            <a:endParaRPr lang="en-US" sz="1600" b="0" i="0" dirty="0">
              <a:effectLst/>
              <a:latin typeface="Segoe UI" panose="020B0502040204020203" pitchFamily="34" charset="0"/>
            </a:endParaRPr>
          </a:p>
          <a:p>
            <a:pPr fontAlgn="t">
              <a:buFont typeface="Arial" panose="020B0604020202020204" pitchFamily="34" charset="0"/>
              <a:buChar char="•"/>
            </a:pPr>
            <a:r>
              <a:rPr lang="en-US" sz="1600" b="0" i="0" dirty="0">
                <a:effectLst/>
                <a:latin typeface="Segoe UI" panose="020B0502040204020203" pitchFamily="34" charset="0"/>
              </a:rPr>
              <a:t>Connected to the SpaceX REST API</a:t>
            </a:r>
          </a:p>
          <a:p>
            <a:pPr fontAlgn="t">
              <a:buFont typeface="Arial" panose="020B0604020202020204" pitchFamily="34" charset="0"/>
              <a:buChar char="•"/>
            </a:pPr>
            <a:r>
              <a:rPr lang="en-US" sz="1600" b="0" i="0" dirty="0">
                <a:effectLst/>
                <a:latin typeface="Segoe UI" panose="020B0502040204020203" pitchFamily="34" charset="0"/>
              </a:rPr>
              <a:t>Retrieved Falcon 9 launch records</a:t>
            </a:r>
          </a:p>
          <a:p>
            <a:pPr fontAlgn="t">
              <a:buFont typeface="Arial" panose="020B0604020202020204" pitchFamily="34" charset="0"/>
              <a:buChar char="•"/>
            </a:pPr>
            <a:r>
              <a:rPr lang="en-US" sz="1600" b="0" i="0" dirty="0">
                <a:effectLst/>
                <a:latin typeface="Segoe UI" panose="020B0502040204020203" pitchFamily="34" charset="0"/>
              </a:rPr>
              <a:t>Collected rocket, payload, launch site, and core data</a:t>
            </a: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panose="020B0604020104020204" pitchFamily="34" charset="0"/>
                <a:hlinkClick r:id="rId3"/>
              </a:rPr>
              <a:t>https://github.com/DsUgurPolat/010-Angewandte-Datenwissenschaft-Capstone/blob/main/Modul%201/004%20jupyter-labs-spacex-data-collection-api-v2.ipynb</a:t>
            </a: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dirty="0"/>
          </a:p>
          <a:p>
            <a:endParaRPr lang="en-US" dirty="0"/>
          </a:p>
        </p:txBody>
      </p:sp>
      <p:sp>
        <p:nvSpPr>
          <p:cNvPr id="4" name="Title 1">
            <a:extLst>
              <a:ext uri="{FF2B5EF4-FFF2-40B4-BE49-F238E27FC236}">
                <a16:creationId xmlns:a16="http://schemas.microsoft.com/office/drawing/2014/main" id="{5066AA34-20EE-4A59-B343-346A8DB5667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 – SpaceX API</a:t>
            </a:r>
          </a:p>
        </p:txBody>
      </p:sp>
    </p:spTree>
    <p:extLst>
      <p:ext uri="{BB962C8B-B14F-4D97-AF65-F5344CB8AC3E}">
        <p14:creationId xmlns:p14="http://schemas.microsoft.com/office/powerpoint/2010/main" val="2803160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9</a:t>
            </a:fld>
            <a:endParaRPr lang="en-US"/>
          </a:p>
        </p:txBody>
      </p:sp>
      <p:sp>
        <p:nvSpPr>
          <p:cNvPr id="3" name="Text Placeholder 2">
            <a:extLst>
              <a:ext uri="{FF2B5EF4-FFF2-40B4-BE49-F238E27FC236}">
                <a16:creationId xmlns:a16="http://schemas.microsoft.com/office/drawing/2014/main" id="{AB0AB2AC-B7E6-6849-9AE9-697369407F8F}"/>
              </a:ext>
            </a:extLst>
          </p:cNvPr>
          <p:cNvSpPr>
            <a:spLocks noGrp="1"/>
          </p:cNvSpPr>
          <p:nvPr>
            <p:ph type="body" sz="half" idx="4294967295"/>
          </p:nvPr>
        </p:nvSpPr>
        <p:spPr>
          <a:xfrm>
            <a:off x="922410" y="1792288"/>
            <a:ext cx="4673319" cy="4233285"/>
          </a:xfrm>
          <a:prstGeom prst="rect">
            <a:avLst/>
          </a:prstGeom>
        </p:spPr>
        <p:txBody>
          <a:bodyPr lIns="91440" tIns="45720" rIns="91440" bIns="45720" anchor="t">
            <a:no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Launch data was collected from Wikipedia using web scraping techniques. HTML tables were extracted, parsed, cleaned, and converted into a structured dataset for analysis.</a:t>
            </a:r>
          </a:p>
          <a:p>
            <a:pPr>
              <a:lnSpc>
                <a:spcPct val="100000"/>
              </a:lnSpc>
              <a:spcBef>
                <a:spcPts val="1400"/>
              </a:spcBef>
            </a:pPr>
            <a:r>
              <a:rPr lang="en-US" sz="2200" dirty="0">
                <a:solidFill>
                  <a:schemeClr val="accent3">
                    <a:lumMod val="25000"/>
                  </a:schemeClr>
                </a:solidFill>
                <a:latin typeface="Abadi" panose="020B0604020104020204" pitchFamily="34" charset="0"/>
                <a:hlinkClick r:id="rId3"/>
              </a:rPr>
              <a:t>https://github.com/DsUgurPolat/010-Angewandte-Datenwissenschaft-Capstone/blob/main/Modul%201/005%20jupyter-labs-webscraping.ipynb</a:t>
            </a:r>
            <a:endParaRPr lang="en-US" sz="2200" dirty="0">
              <a:solidFill>
                <a:schemeClr val="accent3">
                  <a:lumMod val="25000"/>
                </a:schemeClr>
              </a:solidFill>
              <a:latin typeface="Abadi" panose="020B0604020104020204" pitchFamily="34" charset="0"/>
            </a:endParaRPr>
          </a:p>
        </p:txBody>
      </p:sp>
      <p:sp>
        <p:nvSpPr>
          <p:cNvPr id="4" name="Title 1">
            <a:extLst>
              <a:ext uri="{FF2B5EF4-FFF2-40B4-BE49-F238E27FC236}">
                <a16:creationId xmlns:a16="http://schemas.microsoft.com/office/drawing/2014/main" id="{6B84506E-0B2F-4BA8-892E-8CE3753AF954}"/>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endParaRPr lang="en-US">
              <a:solidFill>
                <a:srgbClr val="1C7DDB"/>
              </a:solidFill>
              <a:latin typeface="Abadi"/>
            </a:endParaRPr>
          </a:p>
        </p:txBody>
      </p:sp>
      <p:sp>
        <p:nvSpPr>
          <p:cNvPr id="11" name="Title 1">
            <a:extLst>
              <a:ext uri="{FF2B5EF4-FFF2-40B4-BE49-F238E27FC236}">
                <a16:creationId xmlns:a16="http://schemas.microsoft.com/office/drawing/2014/main" id="{84F5ABFD-B4D4-43FF-959F-AFAF45B45269}"/>
              </a:ext>
            </a:extLst>
          </p:cNvPr>
          <p:cNvSpPr txBox="1">
            <a:spLocks/>
          </p:cNvSpPr>
          <p:nvPr/>
        </p:nvSpPr>
        <p:spPr>
          <a:xfrm>
            <a:off x="922411" y="6910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 - Scraping</a:t>
            </a:r>
            <a:endParaRPr lang="en-US" dirty="0">
              <a:solidFill>
                <a:srgbClr val="0B49CB"/>
              </a:solidFill>
            </a:endParaRPr>
          </a:p>
        </p:txBody>
      </p:sp>
      <p:sp>
        <p:nvSpPr>
          <p:cNvPr id="2" name="Content Placeholder 4">
            <a:extLst>
              <a:ext uri="{FF2B5EF4-FFF2-40B4-BE49-F238E27FC236}">
                <a16:creationId xmlns:a16="http://schemas.microsoft.com/office/drawing/2014/main" id="{8B78C759-C687-440F-8CAE-D3071F1AB630}"/>
              </a:ext>
            </a:extLst>
          </p:cNvPr>
          <p:cNvSpPr txBox="1">
            <a:spLocks/>
          </p:cNvSpPr>
          <p:nvPr/>
        </p:nvSpPr>
        <p:spPr>
          <a:xfrm>
            <a:off x="5910262" y="1792288"/>
            <a:ext cx="5461000" cy="4206875"/>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200" dirty="0">
              <a:solidFill>
                <a:srgbClr val="1C7DDB"/>
              </a:solidFill>
              <a:latin typeface="Abadi"/>
            </a:endParaRPr>
          </a:p>
          <a:p>
            <a:r>
              <a:rPr lang="en-US" sz="2200" dirty="0">
                <a:solidFill>
                  <a:srgbClr val="1C7DDB"/>
                </a:solidFill>
                <a:latin typeface="Abadi"/>
              </a:rPr>
              <a:t>Wikipedia Page</a:t>
            </a:r>
          </a:p>
          <a:p>
            <a:r>
              <a:rPr lang="en-US" sz="2200" dirty="0">
                <a:solidFill>
                  <a:srgbClr val="1C7DDB"/>
                </a:solidFill>
                <a:latin typeface="Abadi"/>
              </a:rPr>
              <a:t>Retrieve HTML Content</a:t>
            </a:r>
          </a:p>
          <a:p>
            <a:r>
              <a:rPr lang="en-US" sz="2200" dirty="0">
                <a:solidFill>
                  <a:srgbClr val="1C7DDB"/>
                </a:solidFill>
                <a:latin typeface="Abadi"/>
              </a:rPr>
              <a:t>Extract Launch Tables</a:t>
            </a:r>
          </a:p>
          <a:p>
            <a:r>
              <a:rPr lang="en-US" sz="2200" dirty="0">
                <a:solidFill>
                  <a:srgbClr val="1C7DDB"/>
                </a:solidFill>
                <a:latin typeface="Abadi"/>
              </a:rPr>
              <a:t>Parse Required Fields</a:t>
            </a:r>
          </a:p>
          <a:p>
            <a:r>
              <a:rPr lang="en-US" sz="2200" dirty="0">
                <a:solidFill>
                  <a:srgbClr val="1C7DDB"/>
                </a:solidFill>
                <a:latin typeface="Abadi"/>
              </a:rPr>
              <a:t>Clean &amp; Transform Data</a:t>
            </a:r>
          </a:p>
          <a:p>
            <a:r>
              <a:rPr lang="en-US" sz="2200" dirty="0">
                <a:solidFill>
                  <a:srgbClr val="1C7DDB"/>
                </a:solidFill>
                <a:latin typeface="Abadi"/>
              </a:rPr>
              <a:t>Create </a:t>
            </a:r>
            <a:r>
              <a:rPr lang="en-US" sz="2200" dirty="0" err="1">
                <a:solidFill>
                  <a:srgbClr val="1C7DDB"/>
                </a:solidFill>
                <a:latin typeface="Abadi"/>
              </a:rPr>
              <a:t>DataFrame</a:t>
            </a:r>
            <a:endParaRPr lang="en-US" sz="2200" dirty="0">
              <a:solidFill>
                <a:srgbClr val="1C7DDB"/>
              </a:solidFill>
              <a:latin typeface="Abadi"/>
            </a:endParaRPr>
          </a:p>
          <a:p>
            <a:r>
              <a:rPr lang="en-US" sz="2200" dirty="0">
                <a:solidFill>
                  <a:srgbClr val="1C7DDB"/>
                </a:solidFill>
                <a:latin typeface="Abadi"/>
              </a:rPr>
              <a:t>Store Dataset</a:t>
            </a:r>
            <a:endParaRPr lang="en-US" dirty="0">
              <a:cs typeface="Calibri"/>
            </a:endParaRPr>
          </a:p>
        </p:txBody>
      </p:sp>
    </p:spTree>
    <p:extLst>
      <p:ext uri="{BB962C8B-B14F-4D97-AF65-F5344CB8AC3E}">
        <p14:creationId xmlns:p14="http://schemas.microsoft.com/office/powerpoint/2010/main" val="1385553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E021CA9-7CB7-1046-8FA0-21F127C19A59}"/>
              </a:ext>
            </a:extLst>
          </p:cNvPr>
          <p:cNvSpPr>
            <a:spLocks noGrp="1"/>
          </p:cNvSpPr>
          <p:nvPr>
            <p:ph type="sldNum" sz="quarter" idx="12"/>
          </p:nvPr>
        </p:nvSpPr>
        <p:spPr/>
        <p:txBody>
          <a:bodyPr/>
          <a:lstStyle/>
          <a:p>
            <a:fld id="{5075537C-CA84-1446-933C-8E9D027F9201}" type="slidenum">
              <a:rPr lang="en-US" smtClean="0"/>
              <a:t>10</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1" y="1825625"/>
            <a:ext cx="8975652" cy="4351338"/>
          </a:xfrm>
          <a:prstGeom prst="rect">
            <a:avLst/>
          </a:prstGeom>
        </p:spPr>
        <p:txBody>
          <a:bodyPr/>
          <a:lstStyle/>
          <a:p>
            <a:pPr fontAlgn="t"/>
            <a:r>
              <a:rPr lang="en-US" sz="2200" dirty="0">
                <a:solidFill>
                  <a:schemeClr val="accent3">
                    <a:lumMod val="25000"/>
                  </a:schemeClr>
                </a:solidFill>
                <a:latin typeface="Abadi" panose="020B0604020104020204" pitchFamily="34" charset="0"/>
              </a:rPr>
              <a:t>Cleaned the collected data, handled missing values, selected relevant Falcon 9 launches, and prepared the dataset for exploratory analysis and machine learning</a:t>
            </a:r>
          </a:p>
          <a:p>
            <a:r>
              <a:rPr lang="en-US" sz="2200" dirty="0">
                <a:solidFill>
                  <a:schemeClr val="accent3">
                    <a:lumMod val="25000"/>
                  </a:schemeClr>
                </a:solidFill>
                <a:latin typeface="Abadi" panose="020B0604020104020204" pitchFamily="34" charset="0"/>
              </a:rPr>
              <a:t>Raw Data-Remove Missing Values-Filter Falcon 9 Launches-Create Landing Outcome Label-Select Relevant Features-Clean Dataset-Ready for Analysis</a:t>
            </a:r>
          </a:p>
          <a:p>
            <a:r>
              <a:rPr lang="en-US" sz="2200" dirty="0">
                <a:solidFill>
                  <a:schemeClr val="accent3">
                    <a:lumMod val="25000"/>
                  </a:schemeClr>
                </a:solidFill>
                <a:latin typeface="Abadi" panose="020B0604020104020204" pitchFamily="34" charset="0"/>
                <a:hlinkClick r:id="rId3"/>
              </a:rPr>
              <a:t>https://github.com/DsUgurPolat/010-Angewandte-Datenwissenschaft-Capstone/blob/main/Modul%201/007%20labs-jupyter-spacex-Data%20wrangling-v2.ipynb</a:t>
            </a:r>
            <a:endParaRPr lang="en-US" sz="2200" dirty="0">
              <a:solidFill>
                <a:schemeClr val="accent3">
                  <a:lumMod val="25000"/>
                </a:schemeClr>
              </a:solidFill>
              <a:latin typeface="Abadi" panose="020B0604020104020204" pitchFamily="34" charset="0"/>
            </a:endParaRPr>
          </a:p>
          <a:p>
            <a:endParaRPr lang="en-US" dirty="0"/>
          </a:p>
          <a:p>
            <a:endParaRPr lang="en-US" dirty="0"/>
          </a:p>
          <a:p>
            <a:endParaRPr lang="en-US" dirty="0"/>
          </a:p>
        </p:txBody>
      </p:sp>
      <p:sp>
        <p:nvSpPr>
          <p:cNvPr id="8" name="Title 1">
            <a:extLst>
              <a:ext uri="{FF2B5EF4-FFF2-40B4-BE49-F238E27FC236}">
                <a16:creationId xmlns:a16="http://schemas.microsoft.com/office/drawing/2014/main" id="{2A665A13-3129-46DF-B847-F273F3E96BE6}"/>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Wrangling</a:t>
            </a:r>
          </a:p>
        </p:txBody>
      </p:sp>
    </p:spTree>
    <p:extLst>
      <p:ext uri="{BB962C8B-B14F-4D97-AF65-F5344CB8AC3E}">
        <p14:creationId xmlns:p14="http://schemas.microsoft.com/office/powerpoint/2010/main" val="2987552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C4E03D3-761E-7549-A4C6-7E585EBC4F01}"/>
              </a:ext>
            </a:extLst>
          </p:cNvPr>
          <p:cNvSpPr>
            <a:spLocks noGrp="1"/>
          </p:cNvSpPr>
          <p:nvPr>
            <p:ph type="sldNum" sz="quarter" idx="12"/>
          </p:nvPr>
        </p:nvSpPr>
        <p:spPr/>
        <p:txBody>
          <a:bodyPr/>
          <a:lstStyle/>
          <a:p>
            <a:fld id="{5075537C-CA84-1446-933C-8E9D027F9201}" type="slidenum">
              <a:rPr lang="en-US" smtClean="0"/>
              <a:t>11</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lIns="91440" tIns="45720" rIns="91440" bIns="45720" anchor="t"/>
          <a:lstStyle/>
          <a:p>
            <a:pPr marL="0" indent="0" fontAlgn="t">
              <a:buNone/>
            </a:pPr>
            <a:r>
              <a:rPr lang="en-US" sz="2200" b="1" i="0" dirty="0">
                <a:effectLst/>
                <a:latin typeface="Abadi" panose="020B0604020104020204" pitchFamily="34" charset="0"/>
              </a:rPr>
              <a:t>Charts Used</a:t>
            </a:r>
            <a:endParaRPr lang="en-US" sz="2200" b="0" i="0" dirty="0">
              <a:effectLst/>
              <a:latin typeface="Abadi" panose="020B0604020104020204" pitchFamily="34" charset="0"/>
            </a:endParaRPr>
          </a:p>
          <a:p>
            <a:pPr fontAlgn="t">
              <a:buFont typeface="Arial" panose="020B0604020202020204" pitchFamily="34" charset="0"/>
              <a:buChar char="•"/>
            </a:pPr>
            <a:r>
              <a:rPr lang="en-US" sz="1900" b="0" i="0" dirty="0">
                <a:effectLst/>
                <a:latin typeface="Abadi" panose="020B0604020104020204" pitchFamily="34" charset="0"/>
              </a:rPr>
              <a:t>Flight Number vs. Launch Site (Scatter Plot)</a:t>
            </a:r>
          </a:p>
          <a:p>
            <a:pPr fontAlgn="t">
              <a:buFont typeface="Arial" panose="020B0604020202020204" pitchFamily="34" charset="0"/>
              <a:buChar char="•"/>
            </a:pPr>
            <a:r>
              <a:rPr lang="en-US" sz="1900" b="0" i="0" dirty="0">
                <a:effectLst/>
                <a:latin typeface="Abadi" panose="020B0604020104020204" pitchFamily="34" charset="0"/>
              </a:rPr>
              <a:t>Payload Mass vs. Launch Site (Scatter Plot)</a:t>
            </a:r>
          </a:p>
          <a:p>
            <a:pPr fontAlgn="t">
              <a:buFont typeface="Arial" panose="020B0604020202020204" pitchFamily="34" charset="0"/>
              <a:buChar char="•"/>
            </a:pPr>
            <a:r>
              <a:rPr lang="en-US" sz="1900" b="0" i="0" dirty="0">
                <a:effectLst/>
                <a:latin typeface="Abadi" panose="020B0604020104020204" pitchFamily="34" charset="0"/>
              </a:rPr>
              <a:t>Success Rate by Orbit Type (Bar Chart)</a:t>
            </a:r>
          </a:p>
          <a:p>
            <a:pPr fontAlgn="t">
              <a:buFont typeface="Arial" panose="020B0604020202020204" pitchFamily="34" charset="0"/>
              <a:buChar char="•"/>
            </a:pPr>
            <a:r>
              <a:rPr lang="en-US" sz="1900" b="0" i="0" dirty="0">
                <a:effectLst/>
                <a:latin typeface="Abadi" panose="020B0604020104020204" pitchFamily="34" charset="0"/>
              </a:rPr>
              <a:t>Payload Mass vs. Orbit Type (Scatter Plot)</a:t>
            </a:r>
          </a:p>
          <a:p>
            <a:pPr fontAlgn="t">
              <a:buFont typeface="Arial" panose="020B0604020202020204" pitchFamily="34" charset="0"/>
              <a:buChar char="•"/>
            </a:pPr>
            <a:r>
              <a:rPr lang="en-US" sz="1900" b="0" i="0" dirty="0">
                <a:effectLst/>
                <a:latin typeface="Abadi" panose="020B0604020104020204" pitchFamily="34" charset="0"/>
              </a:rPr>
              <a:t>Yearly Launch Success Trend (Line Chart)</a:t>
            </a:r>
          </a:p>
        </p:txBody>
      </p:sp>
      <p:sp>
        <p:nvSpPr>
          <p:cNvPr id="3" name="Title 1">
            <a:extLst>
              <a:ext uri="{FF2B5EF4-FFF2-40B4-BE49-F238E27FC236}">
                <a16:creationId xmlns:a16="http://schemas.microsoft.com/office/drawing/2014/main" id="{D9E97D81-A978-4758-8A93-47C19B10407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EDA with Data Visualization</a:t>
            </a:r>
          </a:p>
        </p:txBody>
      </p:sp>
    </p:spTree>
    <p:extLst>
      <p:ext uri="{BB962C8B-B14F-4D97-AF65-F5344CB8AC3E}">
        <p14:creationId xmlns:p14="http://schemas.microsoft.com/office/powerpoint/2010/main" val="779971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C4E03D3-761E-7549-A4C6-7E585EBC4F01}"/>
              </a:ext>
            </a:extLst>
          </p:cNvPr>
          <p:cNvSpPr>
            <a:spLocks noGrp="1"/>
          </p:cNvSpPr>
          <p:nvPr>
            <p:ph type="sldNum" sz="quarter" idx="12"/>
          </p:nvPr>
        </p:nvSpPr>
        <p:spPr/>
        <p:txBody>
          <a:bodyPr/>
          <a:lstStyle/>
          <a:p>
            <a:fld id="{5075537C-CA84-1446-933C-8E9D027F9201}" type="slidenum">
              <a:rPr lang="en-US" smtClean="0"/>
              <a:t>12</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lIns="91440" tIns="45720" rIns="91440" bIns="45720" anchor="t"/>
          <a:lstStyle/>
          <a:p>
            <a:pPr marL="0" indent="0" fontAlgn="t">
              <a:buNone/>
            </a:pPr>
            <a:r>
              <a:rPr lang="en-US" sz="2200" b="1" i="0" dirty="0">
                <a:effectLst/>
                <a:latin typeface="Abadi" panose="020B0604020104020204" pitchFamily="34" charset="0"/>
              </a:rPr>
              <a:t>Purpose</a:t>
            </a:r>
            <a:endParaRPr lang="en-US" sz="2200" b="0" i="0" dirty="0">
              <a:effectLst/>
              <a:latin typeface="Abadi" panose="020B0604020104020204" pitchFamily="34" charset="0"/>
            </a:endParaRPr>
          </a:p>
          <a:p>
            <a:pPr fontAlgn="t">
              <a:buFont typeface="Arial" panose="020B0604020202020204" pitchFamily="34" charset="0"/>
              <a:buChar char="•"/>
            </a:pPr>
            <a:r>
              <a:rPr lang="en-US" sz="1900" b="0" i="0" dirty="0">
                <a:effectLst/>
                <a:latin typeface="Abadi" panose="020B0604020104020204" pitchFamily="34" charset="0"/>
              </a:rPr>
              <a:t>Explore relationships between launch variables</a:t>
            </a:r>
          </a:p>
          <a:p>
            <a:pPr fontAlgn="t">
              <a:buFont typeface="Arial" panose="020B0604020202020204" pitchFamily="34" charset="0"/>
              <a:buChar char="•"/>
            </a:pPr>
            <a:r>
              <a:rPr lang="en-US" sz="1900" b="0" i="0" dirty="0">
                <a:effectLst/>
                <a:latin typeface="Abadi" panose="020B0604020104020204" pitchFamily="34" charset="0"/>
              </a:rPr>
              <a:t>Identify factors affecting landing success</a:t>
            </a:r>
          </a:p>
          <a:p>
            <a:pPr fontAlgn="t">
              <a:buFont typeface="Arial" panose="020B0604020202020204" pitchFamily="34" charset="0"/>
              <a:buChar char="•"/>
            </a:pPr>
            <a:r>
              <a:rPr lang="en-US" sz="1900" b="0" i="0" dirty="0">
                <a:effectLst/>
                <a:latin typeface="Abadi" panose="020B0604020104020204" pitchFamily="34" charset="0"/>
              </a:rPr>
              <a:t>Analyze trends and patterns in Falcon 9 launches</a:t>
            </a:r>
          </a:p>
          <a:p>
            <a:pPr fontAlgn="t">
              <a:buFont typeface="Arial" panose="020B0604020202020204" pitchFamily="34" charset="0"/>
              <a:buChar char="•"/>
            </a:pPr>
            <a:r>
              <a:rPr lang="en-US" sz="1900" b="0" i="0" dirty="0">
                <a:effectLst/>
                <a:latin typeface="Abadi" panose="020B0604020104020204" pitchFamily="34" charset="0"/>
              </a:rPr>
              <a:t>Support feature selection for predictive modeling</a:t>
            </a:r>
          </a:p>
          <a:p>
            <a:pPr marL="0" indent="0" fontAlgn="t">
              <a:buNone/>
            </a:pPr>
            <a:r>
              <a:rPr lang="en-US" sz="1900" b="1" i="0" dirty="0">
                <a:effectLst/>
                <a:latin typeface="Abadi" panose="020B0604020104020204" pitchFamily="34" charset="0"/>
              </a:rPr>
              <a:t>Data visualization was used to identify patterns, trends, and correlations between launch site, payload mass, orbit type, and mission success.</a:t>
            </a:r>
            <a:endParaRPr lang="en-US" sz="1900" b="0" i="0" dirty="0">
              <a:effectLst/>
              <a:latin typeface="Abadi" panose="020B0604020104020204" pitchFamily="34" charset="0"/>
            </a:endParaRPr>
          </a:p>
          <a:p>
            <a:pPr>
              <a:lnSpc>
                <a:spcPct val="100000"/>
              </a:lnSpc>
              <a:spcBef>
                <a:spcPts val="1400"/>
              </a:spcBef>
            </a:pPr>
            <a:r>
              <a:rPr lang="en-US" sz="1900" dirty="0">
                <a:latin typeface="Abadi" panose="020B0604020104020204" pitchFamily="34" charset="0"/>
                <a:hlinkClick r:id="rId3"/>
              </a:rPr>
              <a:t>https://github.com/DsUgurPolat/010-Angewandte-Datenwissenschaft-Capstone/blob/main/Modul%202/003%20jupyter-labs-eda-dataviz-v2.ipynb</a:t>
            </a:r>
            <a:endParaRPr lang="en-US" sz="1900" dirty="0">
              <a:solidFill>
                <a:schemeClr val="accent3">
                  <a:lumMod val="25000"/>
                </a:schemeClr>
              </a:solidFill>
              <a:latin typeface="Abadi" panose="020B0604020104020204" pitchFamily="34" charset="0"/>
            </a:endParaRPr>
          </a:p>
          <a:p>
            <a:pPr>
              <a:lnSpc>
                <a:spcPct val="100000"/>
              </a:lnSpc>
              <a:spcBef>
                <a:spcPts val="1400"/>
              </a:spcBef>
            </a:pPr>
            <a:endParaRPr lang="en-US" dirty="0">
              <a:latin typeface="Abadi" panose="020B0604020104020204" pitchFamily="34" charset="0"/>
            </a:endParaRPr>
          </a:p>
        </p:txBody>
      </p:sp>
      <p:sp>
        <p:nvSpPr>
          <p:cNvPr id="3" name="Title 1">
            <a:extLst>
              <a:ext uri="{FF2B5EF4-FFF2-40B4-BE49-F238E27FC236}">
                <a16:creationId xmlns:a16="http://schemas.microsoft.com/office/drawing/2014/main" id="{D9E97D81-A978-4758-8A93-47C19B10407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EDA with Data Visualization</a:t>
            </a:r>
          </a:p>
        </p:txBody>
      </p:sp>
    </p:spTree>
    <p:extLst>
      <p:ext uri="{BB962C8B-B14F-4D97-AF65-F5344CB8AC3E}">
        <p14:creationId xmlns:p14="http://schemas.microsoft.com/office/powerpoint/2010/main" val="737173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17B1B70-690D-5945-90C2-196E1304B45D}"/>
              </a:ext>
            </a:extLst>
          </p:cNvPr>
          <p:cNvSpPr>
            <a:spLocks noGrp="1"/>
          </p:cNvSpPr>
          <p:nvPr>
            <p:ph type="sldNum" sz="quarter" idx="12"/>
          </p:nvPr>
        </p:nvSpPr>
        <p:spPr/>
        <p:txBody>
          <a:bodyPr/>
          <a:lstStyle/>
          <a:p>
            <a:fld id="{5075537C-CA84-1446-933C-8E9D027F9201}" type="slidenum">
              <a:rPr lang="en-US" smtClean="0"/>
              <a:t>13</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06575"/>
            <a:ext cx="9745589" cy="4351338"/>
          </a:xfrm>
          <a:prstGeom prst="rect">
            <a:avLst/>
          </a:prstGeom>
        </p:spPr>
        <p:txBody>
          <a:bodyPr lIns="91440" tIns="45720" rIns="91440" bIns="45720" anchor="t"/>
          <a:lstStyle/>
          <a:p>
            <a:pPr fontAlgn="t"/>
            <a:r>
              <a:rPr lang="en-US" sz="1900" b="1" i="0" dirty="0">
                <a:effectLst/>
                <a:latin typeface="Abadi" panose="020B0604020104020204" pitchFamily="34" charset="0"/>
              </a:rPr>
              <a:t>SQL queries were used to explore launch records, payload statistics, landing outcomes, mission success rates, and booster performance.</a:t>
            </a:r>
          </a:p>
          <a:p>
            <a:pPr marL="0" indent="0" fontAlgn="t">
              <a:buNone/>
            </a:pPr>
            <a:endParaRPr lang="en-US" sz="1900" b="0" i="0" dirty="0">
              <a:effectLst/>
              <a:latin typeface="Abadi" panose="020B0604020104020204" pitchFamily="34" charset="0"/>
            </a:endParaRPr>
          </a:p>
          <a:p>
            <a:pPr>
              <a:lnSpc>
                <a:spcPct val="100000"/>
              </a:lnSpc>
              <a:spcBef>
                <a:spcPts val="1400"/>
              </a:spcBef>
            </a:pPr>
            <a:r>
              <a:rPr lang="en-US" sz="1900" dirty="0">
                <a:solidFill>
                  <a:schemeClr val="accent3">
                    <a:lumMod val="25000"/>
                  </a:schemeClr>
                </a:solidFill>
                <a:latin typeface="Abadi" panose="020B0604020104020204" pitchFamily="34" charset="0"/>
                <a:hlinkClick r:id="rId3"/>
              </a:rPr>
              <a:t>https://github.com/DsUgurPolat/010-Angewandte-Datenwissenschaft-Capstone/blob/main/Modul%202/002%20jupyter-labs-eda-sql-coursera_sqllite.ipynb</a:t>
            </a:r>
            <a:endParaRPr lang="en-US" sz="1900" dirty="0">
              <a:solidFill>
                <a:schemeClr val="accent3">
                  <a:lumMod val="25000"/>
                </a:schemeClr>
              </a:solidFill>
              <a:latin typeface="Abadi" panose="020B0604020104020204" pitchFamily="34" charset="0"/>
            </a:endParaRPr>
          </a:p>
          <a:p>
            <a:endParaRPr lang="en-US" sz="1900" dirty="0">
              <a:latin typeface="Abadi" panose="020B0604020104020204" pitchFamily="34" charset="0"/>
            </a:endParaRPr>
          </a:p>
          <a:p>
            <a:endParaRPr lang="en-US" sz="1900" dirty="0">
              <a:latin typeface="Abadi" panose="020B0604020104020204" pitchFamily="34" charset="0"/>
            </a:endParaRPr>
          </a:p>
          <a:p>
            <a:endParaRPr lang="en-US" sz="1900" dirty="0">
              <a:latin typeface="Abadi" panose="020B0604020104020204" pitchFamily="34" charset="0"/>
            </a:endParaRPr>
          </a:p>
        </p:txBody>
      </p:sp>
      <p:sp>
        <p:nvSpPr>
          <p:cNvPr id="3" name="Title 1">
            <a:extLst>
              <a:ext uri="{FF2B5EF4-FFF2-40B4-BE49-F238E27FC236}">
                <a16:creationId xmlns:a16="http://schemas.microsoft.com/office/drawing/2014/main" id="{32405FDA-CB27-4506-BA80-B7DD00CB25C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EDA with SQL</a:t>
            </a:r>
            <a:endParaRPr lang="en-US" dirty="0">
              <a:solidFill>
                <a:srgbClr val="0B49CB"/>
              </a:solidFill>
            </a:endParaRPr>
          </a:p>
        </p:txBody>
      </p:sp>
    </p:spTree>
    <p:extLst>
      <p:ext uri="{BB962C8B-B14F-4D97-AF65-F5344CB8AC3E}">
        <p14:creationId xmlns:p14="http://schemas.microsoft.com/office/powerpoint/2010/main" val="1578726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DB26FF-76AA-124F-92D8-C93C45D216A8}"/>
              </a:ext>
            </a:extLst>
          </p:cNvPr>
          <p:cNvSpPr>
            <a:spLocks noGrp="1"/>
          </p:cNvSpPr>
          <p:nvPr>
            <p:ph type="sldNum" sz="quarter" idx="12"/>
          </p:nvPr>
        </p:nvSpPr>
        <p:spPr/>
        <p:txBody>
          <a:bodyPr/>
          <a:lstStyle/>
          <a:p>
            <a:fld id="{5075537C-CA84-1446-933C-8E9D027F9201}" type="slidenum">
              <a:rPr lang="en-US" smtClean="0"/>
              <a:t>14</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838200" y="1875054"/>
            <a:ext cx="10515600" cy="4351338"/>
          </a:xfrm>
          <a:prstGeom prst="rect">
            <a:avLst/>
          </a:prstGeom>
        </p:spPr>
        <p:txBody>
          <a:bodyPr>
            <a:normAutofit/>
          </a:bodyPr>
          <a:lstStyle/>
          <a:p>
            <a:pPr fontAlgn="t"/>
            <a:r>
              <a:rPr lang="en-US" sz="2200" dirty="0">
                <a:solidFill>
                  <a:schemeClr val="accent3">
                    <a:lumMod val="25000"/>
                  </a:schemeClr>
                </a:solidFill>
                <a:latin typeface="Abadi" panose="020B0604020104020204" pitchFamily="34" charset="0"/>
              </a:rPr>
              <a:t>Folium maps were used to visualize launch sites, mission outcomes, and nearby geographical features. These map objects helped identify location patterns and understand the operational environment of each launch site.</a:t>
            </a:r>
          </a:p>
          <a:p>
            <a:pPr marL="0" indent="0" fontAlgn="t">
              <a:buNone/>
            </a:pPr>
            <a:r>
              <a:rPr lang="en-US" sz="2200" dirty="0">
                <a:solidFill>
                  <a:schemeClr val="accent3">
                    <a:lumMod val="25000"/>
                  </a:schemeClr>
                </a:solidFill>
                <a:latin typeface="Abadi" panose="020B0604020104020204" pitchFamily="34" charset="0"/>
              </a:rPr>
              <a:t>Map Objects Created</a:t>
            </a:r>
          </a:p>
          <a:p>
            <a:pPr fontAlgn="t">
              <a:buFont typeface="Arial" panose="020B0604020202020204" pitchFamily="34" charset="0"/>
              <a:buChar char="•"/>
            </a:pPr>
            <a:r>
              <a:rPr lang="en-US" sz="2200" dirty="0">
                <a:solidFill>
                  <a:schemeClr val="accent3">
                    <a:lumMod val="25000"/>
                  </a:schemeClr>
                </a:solidFill>
                <a:latin typeface="Abadi" panose="020B0604020104020204" pitchFamily="34" charset="0"/>
              </a:rPr>
              <a:t>Markers for SpaceX launch sites</a:t>
            </a:r>
          </a:p>
          <a:p>
            <a:pPr fontAlgn="t">
              <a:buFont typeface="Arial" panose="020B0604020202020204" pitchFamily="34" charset="0"/>
              <a:buChar char="•"/>
            </a:pPr>
            <a:r>
              <a:rPr lang="en-US" sz="2200" dirty="0">
                <a:solidFill>
                  <a:schemeClr val="accent3">
                    <a:lumMod val="25000"/>
                  </a:schemeClr>
                </a:solidFill>
                <a:latin typeface="Abadi" panose="020B0604020104020204" pitchFamily="34" charset="0"/>
              </a:rPr>
              <a:t>Colored markers for launch outcomes (success/failure)</a:t>
            </a:r>
          </a:p>
          <a:p>
            <a:pPr fontAlgn="t">
              <a:buFont typeface="Arial" panose="020B0604020202020204" pitchFamily="34" charset="0"/>
              <a:buChar char="•"/>
            </a:pPr>
            <a:r>
              <a:rPr lang="en-US" sz="2200" dirty="0">
                <a:solidFill>
                  <a:schemeClr val="accent3">
                    <a:lumMod val="25000"/>
                  </a:schemeClr>
                </a:solidFill>
                <a:latin typeface="Abadi" panose="020B0604020104020204" pitchFamily="34" charset="0"/>
              </a:rPr>
              <a:t>Circle markers to highlight launch locations</a:t>
            </a:r>
          </a:p>
          <a:p>
            <a:pPr fontAlgn="t">
              <a:buFont typeface="Arial" panose="020B0604020202020204" pitchFamily="34" charset="0"/>
              <a:buChar char="•"/>
            </a:pPr>
            <a:r>
              <a:rPr lang="en-US" sz="2200" dirty="0">
                <a:solidFill>
                  <a:schemeClr val="accent3">
                    <a:lumMod val="25000"/>
                  </a:schemeClr>
                </a:solidFill>
                <a:latin typeface="Abadi" panose="020B0604020104020204" pitchFamily="34" charset="0"/>
              </a:rPr>
              <a:t>Lines connecting launch sites to nearby infrastructure</a:t>
            </a:r>
          </a:p>
          <a:p>
            <a:pPr fontAlgn="t">
              <a:buFont typeface="Arial" panose="020B0604020202020204" pitchFamily="34" charset="0"/>
              <a:buChar char="•"/>
            </a:pPr>
            <a:r>
              <a:rPr lang="en-US" sz="2200" dirty="0">
                <a:solidFill>
                  <a:schemeClr val="accent3">
                    <a:lumMod val="25000"/>
                  </a:schemeClr>
                </a:solidFill>
                <a:latin typeface="Abadi" panose="020B0604020104020204" pitchFamily="34" charset="0"/>
              </a:rPr>
              <a:t>Distance markers showing proximity to roads, railways, coastlines, and cities</a:t>
            </a:r>
          </a:p>
          <a:p>
            <a:endParaRPr lang="en-US" dirty="0"/>
          </a:p>
        </p:txBody>
      </p:sp>
      <p:sp>
        <p:nvSpPr>
          <p:cNvPr id="3" name="Title 1">
            <a:extLst>
              <a:ext uri="{FF2B5EF4-FFF2-40B4-BE49-F238E27FC236}">
                <a16:creationId xmlns:a16="http://schemas.microsoft.com/office/drawing/2014/main" id="{B28946E4-5BEF-46F0-A56A-E7E85ACA148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Build an Interactive Map with Folium</a:t>
            </a:r>
            <a:endParaRPr lang="en-US" dirty="0">
              <a:solidFill>
                <a:srgbClr val="0B49CB"/>
              </a:solidFill>
            </a:endParaRPr>
          </a:p>
        </p:txBody>
      </p:sp>
    </p:spTree>
    <p:extLst>
      <p:ext uri="{BB962C8B-B14F-4D97-AF65-F5344CB8AC3E}">
        <p14:creationId xmlns:p14="http://schemas.microsoft.com/office/powerpoint/2010/main" val="1481143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DB26FF-76AA-124F-92D8-C93C45D216A8}"/>
              </a:ext>
            </a:extLst>
          </p:cNvPr>
          <p:cNvSpPr>
            <a:spLocks noGrp="1"/>
          </p:cNvSpPr>
          <p:nvPr>
            <p:ph type="sldNum" sz="quarter" idx="12"/>
          </p:nvPr>
        </p:nvSpPr>
        <p:spPr/>
        <p:txBody>
          <a:bodyPr/>
          <a:lstStyle/>
          <a:p>
            <a:fld id="{5075537C-CA84-1446-933C-8E9D027F9201}" type="slidenum">
              <a:rPr lang="en-US" smtClean="0"/>
              <a:t>15</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838200" y="1875054"/>
            <a:ext cx="10515600" cy="4351338"/>
          </a:xfrm>
          <a:prstGeom prst="rect">
            <a:avLst/>
          </a:prstGeom>
        </p:spPr>
        <p:txBody>
          <a:bodyPr>
            <a:normAutofit/>
          </a:bodyPr>
          <a:lstStyle/>
          <a:p>
            <a:pPr marL="0" indent="0" fontAlgn="t">
              <a:buNone/>
            </a:pPr>
            <a:r>
              <a:rPr lang="en-US" sz="2200" dirty="0">
                <a:solidFill>
                  <a:schemeClr val="accent3">
                    <a:lumMod val="25000"/>
                  </a:schemeClr>
                </a:solidFill>
                <a:latin typeface="Abadi" panose="020B0604020104020204" pitchFamily="34" charset="0"/>
              </a:rPr>
              <a:t>Why These Objects Were Added</a:t>
            </a:r>
          </a:p>
          <a:p>
            <a:pPr lvl="1" fontAlgn="t"/>
            <a:r>
              <a:rPr lang="en-US" sz="1900" dirty="0">
                <a:solidFill>
                  <a:schemeClr val="accent3">
                    <a:lumMod val="25000"/>
                  </a:schemeClr>
                </a:solidFill>
                <a:latin typeface="Abadi" panose="020B0604020104020204" pitchFamily="34" charset="0"/>
              </a:rPr>
              <a:t>Markers identify launch site locations.</a:t>
            </a:r>
          </a:p>
          <a:p>
            <a:pPr lvl="1" fontAlgn="t"/>
            <a:r>
              <a:rPr lang="en-US" sz="1900" dirty="0">
                <a:solidFill>
                  <a:schemeClr val="accent3">
                    <a:lumMod val="25000"/>
                  </a:schemeClr>
                </a:solidFill>
                <a:latin typeface="Abadi" panose="020B0604020104020204" pitchFamily="34" charset="0"/>
              </a:rPr>
              <a:t>Colored markers visualize mission outcomes.</a:t>
            </a:r>
          </a:p>
          <a:p>
            <a:pPr lvl="1" fontAlgn="t"/>
            <a:r>
              <a:rPr lang="en-US" sz="1900" dirty="0">
                <a:solidFill>
                  <a:schemeClr val="accent3">
                    <a:lumMod val="25000"/>
                  </a:schemeClr>
                </a:solidFill>
                <a:latin typeface="Abadi" panose="020B0604020104020204" pitchFamily="34" charset="0"/>
              </a:rPr>
              <a:t>Circle markers improve location visibility.</a:t>
            </a:r>
          </a:p>
          <a:p>
            <a:pPr lvl="1" fontAlgn="t"/>
            <a:r>
              <a:rPr lang="en-US" sz="1900" dirty="0">
                <a:solidFill>
                  <a:schemeClr val="accent3">
                    <a:lumMod val="25000"/>
                  </a:schemeClr>
                </a:solidFill>
                <a:latin typeface="Abadi" panose="020B0604020104020204" pitchFamily="34" charset="0"/>
              </a:rPr>
              <a:t>Lines show relationships between launch sites and nearby features.</a:t>
            </a:r>
          </a:p>
          <a:p>
            <a:pPr lvl="1" fontAlgn="t"/>
            <a:r>
              <a:rPr lang="en-US" sz="1900" dirty="0">
                <a:solidFill>
                  <a:schemeClr val="accent3">
                    <a:lumMod val="25000"/>
                  </a:schemeClr>
                </a:solidFill>
                <a:latin typeface="Abadi" panose="020B0604020104020204" pitchFamily="34" charset="0"/>
              </a:rPr>
              <a:t>Distance markers help analyze factors that may influence launch operations.</a:t>
            </a:r>
          </a:p>
          <a:p>
            <a:pPr>
              <a:lnSpc>
                <a:spcPct val="100000"/>
              </a:lnSpc>
              <a:spcBef>
                <a:spcPts val="1400"/>
              </a:spcBef>
            </a:pPr>
            <a:r>
              <a:rPr lang="en-US" sz="2200" dirty="0">
                <a:solidFill>
                  <a:schemeClr val="accent3">
                    <a:lumMod val="25000"/>
                  </a:schemeClr>
                </a:solidFill>
                <a:latin typeface="Abadi" panose="020B0604020104020204" pitchFamily="34" charset="0"/>
                <a:hlinkClick r:id="rId3"/>
              </a:rPr>
              <a:t>https://github.com/DsUgurPolat/010-Angewandte-Datenwissenschaft-Capstone/blob/main/Modul%203/002_lab-jupyter-launch-site-location-v2.ipynb</a:t>
            </a: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dirty="0"/>
          </a:p>
          <a:p>
            <a:endParaRPr lang="en-US" dirty="0"/>
          </a:p>
        </p:txBody>
      </p:sp>
      <p:sp>
        <p:nvSpPr>
          <p:cNvPr id="3" name="Title 1">
            <a:extLst>
              <a:ext uri="{FF2B5EF4-FFF2-40B4-BE49-F238E27FC236}">
                <a16:creationId xmlns:a16="http://schemas.microsoft.com/office/drawing/2014/main" id="{B28946E4-5BEF-46F0-A56A-E7E85ACA148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Build an Interactive Map with Folium</a:t>
            </a:r>
            <a:endParaRPr lang="en-US" dirty="0">
              <a:solidFill>
                <a:srgbClr val="0B49CB"/>
              </a:solidFill>
            </a:endParaRPr>
          </a:p>
        </p:txBody>
      </p:sp>
    </p:spTree>
    <p:extLst>
      <p:ext uri="{BB962C8B-B14F-4D97-AF65-F5344CB8AC3E}">
        <p14:creationId xmlns:p14="http://schemas.microsoft.com/office/powerpoint/2010/main" val="80196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DB26FF-76AA-124F-92D8-C93C45D216A8}"/>
              </a:ext>
            </a:extLst>
          </p:cNvPr>
          <p:cNvSpPr>
            <a:spLocks noGrp="1"/>
          </p:cNvSpPr>
          <p:nvPr>
            <p:ph type="sldNum" sz="quarter" idx="12"/>
          </p:nvPr>
        </p:nvSpPr>
        <p:spPr/>
        <p:txBody>
          <a:bodyPr/>
          <a:lstStyle/>
          <a:p>
            <a:fld id="{5075537C-CA84-1446-933C-8E9D027F9201}" type="slidenum">
              <a:rPr lang="en-US" smtClean="0"/>
              <a:t>16</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vert="horz" lIns="91440" tIns="45720" rIns="91440" bIns="45720" rtlCol="0" anchor="t">
            <a:normAutofit/>
          </a:bodyPr>
          <a:lstStyle/>
          <a:p>
            <a:pPr marL="0" indent="0" fontAlgn="t">
              <a:buNone/>
            </a:pPr>
            <a:r>
              <a:rPr lang="en-US" sz="2200" dirty="0">
                <a:solidFill>
                  <a:schemeClr val="accent3">
                    <a:lumMod val="25000"/>
                  </a:schemeClr>
                </a:solidFill>
                <a:latin typeface="Abadi" panose="020B0604020104020204" pitchFamily="34" charset="0"/>
              </a:rPr>
              <a:t>A </a:t>
            </a:r>
            <a:r>
              <a:rPr lang="en-US" sz="2200" dirty="0" err="1">
                <a:solidFill>
                  <a:schemeClr val="accent3">
                    <a:lumMod val="25000"/>
                  </a:schemeClr>
                </a:solidFill>
                <a:latin typeface="Abadi" panose="020B0604020104020204" pitchFamily="34" charset="0"/>
              </a:rPr>
              <a:t>Plotly</a:t>
            </a:r>
            <a:r>
              <a:rPr lang="en-US" sz="2200" dirty="0">
                <a:solidFill>
                  <a:schemeClr val="accent3">
                    <a:lumMod val="25000"/>
                  </a:schemeClr>
                </a:solidFill>
                <a:latin typeface="Abadi" panose="020B0604020104020204" pitchFamily="34" charset="0"/>
              </a:rPr>
              <a:t> Dash dashboard was developed to visualize launch success rates and the impact of payload mass on mission outcomes. Interactive filters enabled dynamic exploration of launch data.</a:t>
            </a:r>
          </a:p>
          <a:p>
            <a:pPr marL="0" indent="0" fontAlgn="t">
              <a:buNone/>
            </a:pPr>
            <a:endParaRPr lang="en-US" sz="2200" dirty="0">
              <a:solidFill>
                <a:schemeClr val="accent3">
                  <a:lumMod val="25000"/>
                </a:schemeClr>
              </a:solidFill>
              <a:latin typeface="Abadi" panose="020B0604020104020204" pitchFamily="34" charset="0"/>
            </a:endParaRPr>
          </a:p>
          <a:p>
            <a:pPr marL="0" indent="0" fontAlgn="t">
              <a:buNone/>
            </a:pPr>
            <a:r>
              <a:rPr lang="en-US" sz="2200" dirty="0">
                <a:solidFill>
                  <a:schemeClr val="accent3">
                    <a:lumMod val="25000"/>
                  </a:schemeClr>
                </a:solidFill>
                <a:latin typeface="Abadi" panose="020B0604020104020204" pitchFamily="34" charset="0"/>
              </a:rPr>
              <a:t>Plots/Graphs Added</a:t>
            </a:r>
          </a:p>
          <a:p>
            <a:pPr lvl="1" fontAlgn="t"/>
            <a:r>
              <a:rPr lang="en-US" sz="1900" dirty="0">
                <a:solidFill>
                  <a:schemeClr val="accent3">
                    <a:lumMod val="25000"/>
                  </a:schemeClr>
                </a:solidFill>
                <a:latin typeface="Abadi" panose="020B0604020104020204" pitchFamily="34" charset="0"/>
              </a:rPr>
              <a:t>Pie Chart: Launch success count by launch site</a:t>
            </a:r>
          </a:p>
          <a:p>
            <a:pPr lvl="1" fontAlgn="t"/>
            <a:r>
              <a:rPr lang="en-US" sz="1900" dirty="0">
                <a:solidFill>
                  <a:schemeClr val="accent3">
                    <a:lumMod val="25000"/>
                  </a:schemeClr>
                </a:solidFill>
                <a:latin typeface="Abadi" panose="020B0604020104020204" pitchFamily="34" charset="0"/>
              </a:rPr>
              <a:t>Pie Chart: Success rate for a selected launch site</a:t>
            </a:r>
          </a:p>
          <a:p>
            <a:pPr lvl="1" fontAlgn="t"/>
            <a:r>
              <a:rPr lang="en-US" sz="1900" dirty="0">
                <a:solidFill>
                  <a:schemeClr val="accent3">
                    <a:lumMod val="25000"/>
                  </a:schemeClr>
                </a:solidFill>
                <a:latin typeface="Abadi" panose="020B0604020104020204" pitchFamily="34" charset="0"/>
              </a:rPr>
              <a:t>Scatter Plot: Payload Mass vs. Launch Outcome</a:t>
            </a:r>
          </a:p>
          <a:p>
            <a:pPr lvl="1" fontAlgn="t"/>
            <a:r>
              <a:rPr lang="en-US" sz="1900" dirty="0">
                <a:solidFill>
                  <a:schemeClr val="accent3">
                    <a:lumMod val="25000"/>
                  </a:schemeClr>
                </a:solidFill>
                <a:latin typeface="Abadi" panose="020B0604020104020204" pitchFamily="34" charset="0"/>
              </a:rPr>
              <a:t>Payload Range Slider: Interactive payload filtering</a:t>
            </a:r>
          </a:p>
          <a:p>
            <a:pPr lvl="1" fontAlgn="t"/>
            <a:r>
              <a:rPr lang="en-US" sz="1900" dirty="0">
                <a:solidFill>
                  <a:schemeClr val="accent3">
                    <a:lumMod val="25000"/>
                  </a:schemeClr>
                </a:solidFill>
                <a:latin typeface="Abadi" panose="020B0604020104020204" pitchFamily="34" charset="0"/>
              </a:rPr>
              <a:t>Launch Site Dropdown: Interactive site selection</a:t>
            </a:r>
          </a:p>
          <a:p>
            <a:endParaRPr lang="en-US" dirty="0"/>
          </a:p>
        </p:txBody>
      </p:sp>
      <p:sp>
        <p:nvSpPr>
          <p:cNvPr id="3" name="Title 1">
            <a:extLst>
              <a:ext uri="{FF2B5EF4-FFF2-40B4-BE49-F238E27FC236}">
                <a16:creationId xmlns:a16="http://schemas.microsoft.com/office/drawing/2014/main" id="{519FC08B-7D2E-43A5-A528-821DCDCCCC82}"/>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Build a Dashboard with </a:t>
            </a:r>
            <a:r>
              <a:rPr lang="en-US" dirty="0" err="1">
                <a:solidFill>
                  <a:srgbClr val="0B49CB"/>
                </a:solidFill>
                <a:latin typeface="Abadi"/>
              </a:rPr>
              <a:t>Plotly</a:t>
            </a:r>
            <a:r>
              <a:rPr lang="en-US" dirty="0">
                <a:solidFill>
                  <a:srgbClr val="0B49CB"/>
                </a:solidFill>
                <a:latin typeface="Abadi"/>
              </a:rPr>
              <a:t> Dash</a:t>
            </a:r>
          </a:p>
        </p:txBody>
      </p:sp>
    </p:spTree>
    <p:extLst>
      <p:ext uri="{BB962C8B-B14F-4D97-AF65-F5344CB8AC3E}">
        <p14:creationId xmlns:p14="http://schemas.microsoft.com/office/powerpoint/2010/main" val="3345327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DB26FF-76AA-124F-92D8-C93C45D216A8}"/>
              </a:ext>
            </a:extLst>
          </p:cNvPr>
          <p:cNvSpPr>
            <a:spLocks noGrp="1"/>
          </p:cNvSpPr>
          <p:nvPr>
            <p:ph type="sldNum" sz="quarter" idx="12"/>
          </p:nvPr>
        </p:nvSpPr>
        <p:spPr/>
        <p:txBody>
          <a:bodyPr/>
          <a:lstStyle/>
          <a:p>
            <a:fld id="{5075537C-CA84-1446-933C-8E9D027F9201}" type="slidenum">
              <a:rPr lang="en-US" smtClean="0"/>
              <a:t>17</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vert="horz" lIns="91440" tIns="45720" rIns="91440" bIns="45720" rtlCol="0" anchor="t">
            <a:normAutofit/>
          </a:bodyPr>
          <a:lstStyle/>
          <a:p>
            <a:pPr marL="0" indent="0" fontAlgn="t">
              <a:buNone/>
            </a:pPr>
            <a:r>
              <a:rPr lang="en-US" sz="2200" dirty="0">
                <a:solidFill>
                  <a:schemeClr val="accent3">
                    <a:lumMod val="25000"/>
                  </a:schemeClr>
                </a:solidFill>
                <a:latin typeface="Abadi" panose="020B0604020104020204" pitchFamily="34" charset="0"/>
              </a:rPr>
              <a:t>Why These Interactions Were Added</a:t>
            </a:r>
          </a:p>
          <a:p>
            <a:pPr lvl="1" fontAlgn="t"/>
            <a:r>
              <a:rPr lang="en-US" sz="1900" dirty="0">
                <a:solidFill>
                  <a:schemeClr val="accent3">
                    <a:lumMod val="25000"/>
                  </a:schemeClr>
                </a:solidFill>
                <a:latin typeface="Abadi" panose="020B0604020104020204" pitchFamily="34" charset="0"/>
              </a:rPr>
              <a:t>Compare launch performance across sites</a:t>
            </a:r>
          </a:p>
          <a:p>
            <a:pPr lvl="1" fontAlgn="t"/>
            <a:r>
              <a:rPr lang="en-US" sz="1900" dirty="0">
                <a:solidFill>
                  <a:schemeClr val="accent3">
                    <a:lumMod val="25000"/>
                  </a:schemeClr>
                </a:solidFill>
                <a:latin typeface="Abadi" panose="020B0604020104020204" pitchFamily="34" charset="0"/>
              </a:rPr>
              <a:t>Analyze launch success rates</a:t>
            </a:r>
          </a:p>
          <a:p>
            <a:pPr lvl="1" fontAlgn="t"/>
            <a:r>
              <a:rPr lang="en-US" sz="1900" dirty="0">
                <a:solidFill>
                  <a:schemeClr val="accent3">
                    <a:lumMod val="25000"/>
                  </a:schemeClr>
                </a:solidFill>
                <a:latin typeface="Abadi" panose="020B0604020104020204" pitchFamily="34" charset="0"/>
              </a:rPr>
              <a:t>Explore the relationship between payload mass and landing outcome</a:t>
            </a:r>
          </a:p>
          <a:p>
            <a:pPr lvl="1" fontAlgn="t"/>
            <a:r>
              <a:rPr lang="en-US" sz="1900" dirty="0">
                <a:solidFill>
                  <a:schemeClr val="accent3">
                    <a:lumMod val="25000"/>
                  </a:schemeClr>
                </a:solidFill>
                <a:latin typeface="Abadi" panose="020B0604020104020204" pitchFamily="34" charset="0"/>
              </a:rPr>
              <a:t>Allow users to filter and investigate specific launch conditions</a:t>
            </a:r>
          </a:p>
          <a:p>
            <a:pPr lvl="1" fontAlgn="t"/>
            <a:r>
              <a:rPr lang="en-US" sz="1900" dirty="0">
                <a:solidFill>
                  <a:schemeClr val="accent3">
                    <a:lumMod val="25000"/>
                  </a:schemeClr>
                </a:solidFill>
                <a:latin typeface="Abadi" panose="020B0604020104020204" pitchFamily="34" charset="0"/>
              </a:rPr>
              <a:t>Improve data exploration through interactive visualization</a:t>
            </a:r>
          </a:p>
          <a:p>
            <a:pPr>
              <a:lnSpc>
                <a:spcPct val="100000"/>
              </a:lnSpc>
              <a:spcBef>
                <a:spcPts val="1400"/>
              </a:spcBef>
            </a:pPr>
            <a:r>
              <a:rPr lang="en-US" sz="2200" dirty="0">
                <a:solidFill>
                  <a:schemeClr val="accent3">
                    <a:lumMod val="25000"/>
                  </a:schemeClr>
                </a:solidFill>
                <a:latin typeface="Abadi" panose="020B0604020104020204" pitchFamily="34" charset="0"/>
                <a:hlinkClick r:id="rId3"/>
              </a:rPr>
              <a:t>https://github.com/DsUgurPolat/010-Angewandte-Datenwissenschaft-Capstone/blob/main/Modul%203/003_Build_a_Dashboard.ipynb</a:t>
            </a: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dirty="0"/>
          </a:p>
        </p:txBody>
      </p:sp>
      <p:sp>
        <p:nvSpPr>
          <p:cNvPr id="3" name="Title 1">
            <a:extLst>
              <a:ext uri="{FF2B5EF4-FFF2-40B4-BE49-F238E27FC236}">
                <a16:creationId xmlns:a16="http://schemas.microsoft.com/office/drawing/2014/main" id="{519FC08B-7D2E-43A5-A528-821DCDCCCC82}"/>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Build a Dashboard with </a:t>
            </a:r>
            <a:r>
              <a:rPr lang="en-US" dirty="0" err="1">
                <a:solidFill>
                  <a:srgbClr val="0B49CB"/>
                </a:solidFill>
                <a:latin typeface="Abadi"/>
              </a:rPr>
              <a:t>Plotly</a:t>
            </a:r>
            <a:r>
              <a:rPr lang="en-US" dirty="0">
                <a:solidFill>
                  <a:srgbClr val="0B49CB"/>
                </a:solidFill>
                <a:latin typeface="Abadi"/>
              </a:rPr>
              <a:t> Dash</a:t>
            </a:r>
          </a:p>
        </p:txBody>
      </p:sp>
    </p:spTree>
    <p:extLst>
      <p:ext uri="{BB962C8B-B14F-4D97-AF65-F5344CB8AC3E}">
        <p14:creationId xmlns:p14="http://schemas.microsoft.com/office/powerpoint/2010/main" val="41452009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F1B08F2-C4AD-A440-BB78-A0625E28887A}"/>
              </a:ext>
            </a:extLst>
          </p:cNvPr>
          <p:cNvSpPr>
            <a:spLocks noGrp="1"/>
          </p:cNvSpPr>
          <p:nvPr>
            <p:ph type="sldNum" sz="quarter" idx="12"/>
          </p:nvPr>
        </p:nvSpPr>
        <p:spPr/>
        <p:txBody>
          <a:bodyPr/>
          <a:lstStyle/>
          <a:p>
            <a:fld id="{5075537C-CA84-1446-933C-8E9D027F9201}" type="slidenum">
              <a:rPr lang="en-US" smtClean="0"/>
              <a:t>18</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marL="0" indent="0">
              <a:lnSpc>
                <a:spcPct val="100000"/>
              </a:lnSpc>
              <a:spcBef>
                <a:spcPts val="1400"/>
              </a:spcBef>
              <a:buNone/>
            </a:pPr>
            <a:r>
              <a:rPr lang="en-US" sz="2400" dirty="0">
                <a:solidFill>
                  <a:schemeClr val="accent3">
                    <a:lumMod val="25000"/>
                  </a:schemeClr>
                </a:solidFill>
                <a:latin typeface="Abadi" panose="020B0604020104020204" pitchFamily="34" charset="0"/>
              </a:rPr>
              <a:t>Best performing classification model Short Summary</a:t>
            </a:r>
          </a:p>
          <a:p>
            <a:pPr lvl="1" fontAlgn="t">
              <a:lnSpc>
                <a:spcPct val="100000"/>
              </a:lnSpc>
              <a:spcBef>
                <a:spcPts val="1400"/>
              </a:spcBef>
            </a:pPr>
            <a:r>
              <a:rPr lang="en-US" sz="2100" dirty="0">
                <a:solidFill>
                  <a:schemeClr val="accent3">
                    <a:lumMod val="25000"/>
                  </a:schemeClr>
                </a:solidFill>
                <a:latin typeface="Abadi" panose="020B0604020104020204" pitchFamily="34" charset="0"/>
              </a:rPr>
              <a:t>Selected relevant features and standardized data.</a:t>
            </a:r>
          </a:p>
          <a:p>
            <a:pPr lvl="1" fontAlgn="t">
              <a:lnSpc>
                <a:spcPct val="100000"/>
              </a:lnSpc>
              <a:spcBef>
                <a:spcPts val="1400"/>
              </a:spcBef>
            </a:pPr>
            <a:r>
              <a:rPr lang="en-US" sz="2100" dirty="0">
                <a:solidFill>
                  <a:schemeClr val="accent3">
                    <a:lumMod val="25000"/>
                  </a:schemeClr>
                </a:solidFill>
                <a:latin typeface="Abadi" panose="020B0604020104020204" pitchFamily="34" charset="0"/>
              </a:rPr>
              <a:t>Split the dataset into training and testing sets.</a:t>
            </a:r>
          </a:p>
          <a:p>
            <a:pPr lvl="1" fontAlgn="t">
              <a:lnSpc>
                <a:spcPct val="100000"/>
              </a:lnSpc>
              <a:spcBef>
                <a:spcPts val="1400"/>
              </a:spcBef>
            </a:pPr>
            <a:r>
              <a:rPr lang="en-US" sz="2100" dirty="0">
                <a:solidFill>
                  <a:schemeClr val="accent3">
                    <a:lumMod val="25000"/>
                  </a:schemeClr>
                </a:solidFill>
                <a:latin typeface="Abadi" panose="020B0604020104020204" pitchFamily="34" charset="0"/>
              </a:rPr>
              <a:t>Built Logistic Regression, SVM, Decision Tree, and KNN models.</a:t>
            </a:r>
          </a:p>
          <a:p>
            <a:pPr lvl="1" fontAlgn="t">
              <a:lnSpc>
                <a:spcPct val="100000"/>
              </a:lnSpc>
              <a:spcBef>
                <a:spcPts val="1400"/>
              </a:spcBef>
            </a:pPr>
            <a:r>
              <a:rPr lang="en-US" sz="2100" dirty="0">
                <a:solidFill>
                  <a:schemeClr val="accent3">
                    <a:lumMod val="25000"/>
                  </a:schemeClr>
                </a:solidFill>
                <a:latin typeface="Abadi" panose="020B0604020104020204" pitchFamily="34" charset="0"/>
              </a:rPr>
              <a:t>Tuned model parameters using </a:t>
            </a:r>
            <a:r>
              <a:rPr lang="en-US" sz="2100" dirty="0" err="1">
                <a:solidFill>
                  <a:schemeClr val="accent3">
                    <a:lumMod val="25000"/>
                  </a:schemeClr>
                </a:solidFill>
                <a:latin typeface="Abadi" panose="020B0604020104020204" pitchFamily="34" charset="0"/>
              </a:rPr>
              <a:t>GridSearchCV</a:t>
            </a:r>
            <a:r>
              <a:rPr lang="en-US" sz="2100" dirty="0">
                <a:solidFill>
                  <a:schemeClr val="accent3">
                    <a:lumMod val="25000"/>
                  </a:schemeClr>
                </a:solidFill>
                <a:latin typeface="Abadi" panose="020B0604020104020204" pitchFamily="34" charset="0"/>
              </a:rPr>
              <a:t>.</a:t>
            </a:r>
          </a:p>
          <a:p>
            <a:pPr lvl="1" fontAlgn="t">
              <a:lnSpc>
                <a:spcPct val="100000"/>
              </a:lnSpc>
              <a:spcBef>
                <a:spcPts val="1400"/>
              </a:spcBef>
            </a:pPr>
            <a:r>
              <a:rPr lang="en-US" sz="2100" dirty="0">
                <a:solidFill>
                  <a:schemeClr val="accent3">
                    <a:lumMod val="25000"/>
                  </a:schemeClr>
                </a:solidFill>
                <a:latin typeface="Abadi" panose="020B0604020104020204" pitchFamily="34" charset="0"/>
              </a:rPr>
              <a:t>Compared classification accuracy on test data.</a:t>
            </a:r>
          </a:p>
          <a:p>
            <a:pPr lvl="1" fontAlgn="t">
              <a:lnSpc>
                <a:spcPct val="100000"/>
              </a:lnSpc>
              <a:spcBef>
                <a:spcPts val="1400"/>
              </a:spcBef>
            </a:pPr>
            <a:r>
              <a:rPr lang="en-US" sz="2100" dirty="0">
                <a:solidFill>
                  <a:schemeClr val="accent3">
                    <a:lumMod val="25000"/>
                  </a:schemeClr>
                </a:solidFill>
                <a:latin typeface="Abadi" panose="020B0604020104020204" pitchFamily="34" charset="0"/>
              </a:rPr>
              <a:t>Selected the model with the highest accuracy as the final classifier.</a:t>
            </a:r>
          </a:p>
        </p:txBody>
      </p:sp>
      <p:sp>
        <p:nvSpPr>
          <p:cNvPr id="3" name="Title 1">
            <a:extLst>
              <a:ext uri="{FF2B5EF4-FFF2-40B4-BE49-F238E27FC236}">
                <a16:creationId xmlns:a16="http://schemas.microsoft.com/office/drawing/2014/main" id="{FC857EDD-A3A7-434D-B8D5-401E872498D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Predictive Analysis (Classification)</a:t>
            </a:r>
          </a:p>
        </p:txBody>
      </p:sp>
    </p:spTree>
    <p:extLst>
      <p:ext uri="{BB962C8B-B14F-4D97-AF65-F5344CB8AC3E}">
        <p14:creationId xmlns:p14="http://schemas.microsoft.com/office/powerpoint/2010/main" val="18137112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F1B08F2-C4AD-A440-BB78-A0625E28887A}"/>
              </a:ext>
            </a:extLst>
          </p:cNvPr>
          <p:cNvSpPr>
            <a:spLocks noGrp="1"/>
          </p:cNvSpPr>
          <p:nvPr>
            <p:ph type="sldNum" sz="quarter" idx="12"/>
          </p:nvPr>
        </p:nvSpPr>
        <p:spPr/>
        <p:txBody>
          <a:bodyPr/>
          <a:lstStyle/>
          <a:p>
            <a:fld id="{5075537C-CA84-1446-933C-8E9D027F9201}" type="slidenum">
              <a:rPr lang="en-US" smtClean="0"/>
              <a:t>19</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fontScale="85000" lnSpcReduction="20000"/>
          </a:bodyPr>
          <a:lstStyle/>
          <a:p>
            <a:pPr marL="0" indent="0" eaLnBrk="0" fontAlgn="base" hangingPunct="0">
              <a:lnSpc>
                <a:spcPct val="100000"/>
              </a:lnSpc>
              <a:spcBef>
                <a:spcPct val="0"/>
              </a:spcBef>
              <a:spcAft>
                <a:spcPct val="0"/>
              </a:spcAft>
              <a:buNone/>
            </a:pPr>
            <a:r>
              <a:rPr lang="en-US" sz="2600" dirty="0">
                <a:solidFill>
                  <a:schemeClr val="accent3">
                    <a:lumMod val="25000"/>
                  </a:schemeClr>
                </a:solidFill>
                <a:latin typeface="Abadi" panose="020B0604020104020204" pitchFamily="34" charset="0"/>
              </a:rPr>
              <a:t>Model Development Flowchart</a:t>
            </a:r>
            <a:endParaRPr lang="en-US" altLang="en-US" sz="2600" dirty="0">
              <a:solidFill>
                <a:schemeClr val="accent3">
                  <a:lumMod val="25000"/>
                </a:schemeClr>
              </a:solidFill>
              <a:latin typeface="Abadi" panose="020B0604020104020204" pitchFamily="34" charset="0"/>
            </a:endParaRPr>
          </a:p>
          <a:p>
            <a:pPr marL="742950" lvl="1" indent="-285750" eaLnBrk="0" fontAlgn="base" hangingPunct="0">
              <a:lnSpc>
                <a:spcPct val="100000"/>
              </a:lnSpc>
              <a:spcBef>
                <a:spcPct val="0"/>
              </a:spcBef>
              <a:spcAft>
                <a:spcPct val="0"/>
              </a:spcAft>
            </a:pPr>
            <a:r>
              <a:rPr lang="en-US" altLang="en-US" sz="2200" dirty="0">
                <a:solidFill>
                  <a:schemeClr val="accent3">
                    <a:lumMod val="25000"/>
                  </a:schemeClr>
                </a:solidFill>
                <a:latin typeface="Abadi" panose="020B0604020104020204" pitchFamily="34" charset="0"/>
              </a:rPr>
              <a:t>Prepared Dataset</a:t>
            </a:r>
          </a:p>
          <a:p>
            <a:pPr marL="742950" lvl="1" indent="-285750" eaLnBrk="0" fontAlgn="base" hangingPunct="0">
              <a:lnSpc>
                <a:spcPct val="100000"/>
              </a:lnSpc>
              <a:spcBef>
                <a:spcPct val="0"/>
              </a:spcBef>
              <a:spcAft>
                <a:spcPct val="0"/>
              </a:spcAft>
            </a:pPr>
            <a:r>
              <a:rPr lang="en-US" altLang="en-US" sz="2200" dirty="0">
                <a:solidFill>
                  <a:schemeClr val="accent3">
                    <a:lumMod val="25000"/>
                  </a:schemeClr>
                </a:solidFill>
                <a:latin typeface="Abadi" panose="020B0604020104020204" pitchFamily="34" charset="0"/>
              </a:rPr>
              <a:t>Feature Selection</a:t>
            </a:r>
          </a:p>
          <a:p>
            <a:pPr marL="742950" lvl="1" indent="-285750" eaLnBrk="0" fontAlgn="base" hangingPunct="0">
              <a:lnSpc>
                <a:spcPct val="100000"/>
              </a:lnSpc>
              <a:spcBef>
                <a:spcPct val="0"/>
              </a:spcBef>
              <a:spcAft>
                <a:spcPct val="0"/>
              </a:spcAft>
            </a:pPr>
            <a:r>
              <a:rPr lang="en-US" altLang="en-US" sz="2200" dirty="0">
                <a:solidFill>
                  <a:schemeClr val="accent3">
                    <a:lumMod val="25000"/>
                  </a:schemeClr>
                </a:solidFill>
                <a:latin typeface="Abadi" panose="020B0604020104020204" pitchFamily="34" charset="0"/>
              </a:rPr>
              <a:t>Data Standardization</a:t>
            </a:r>
          </a:p>
          <a:p>
            <a:pPr marL="742950" lvl="1" indent="-285750" eaLnBrk="0" fontAlgn="base" hangingPunct="0">
              <a:lnSpc>
                <a:spcPct val="100000"/>
              </a:lnSpc>
              <a:spcBef>
                <a:spcPct val="0"/>
              </a:spcBef>
              <a:spcAft>
                <a:spcPct val="0"/>
              </a:spcAft>
            </a:pPr>
            <a:r>
              <a:rPr lang="en-US" altLang="en-US" sz="2200" dirty="0">
                <a:solidFill>
                  <a:schemeClr val="accent3">
                    <a:lumMod val="25000"/>
                  </a:schemeClr>
                </a:solidFill>
                <a:latin typeface="Abadi" panose="020B0604020104020204" pitchFamily="34" charset="0"/>
              </a:rPr>
              <a:t>Train-Test Split</a:t>
            </a:r>
          </a:p>
          <a:p>
            <a:pPr marL="742950" lvl="1" indent="-285750" eaLnBrk="0" fontAlgn="base" hangingPunct="0">
              <a:lnSpc>
                <a:spcPct val="100000"/>
              </a:lnSpc>
              <a:spcBef>
                <a:spcPct val="0"/>
              </a:spcBef>
              <a:spcAft>
                <a:spcPct val="0"/>
              </a:spcAft>
            </a:pPr>
            <a:r>
              <a:rPr lang="en-US" altLang="en-US" sz="2200" dirty="0">
                <a:solidFill>
                  <a:schemeClr val="accent3">
                    <a:lumMod val="25000"/>
                  </a:schemeClr>
                </a:solidFill>
                <a:latin typeface="Abadi" panose="020B0604020104020204" pitchFamily="34" charset="0"/>
              </a:rPr>
              <a:t>Build Classification Models</a:t>
            </a:r>
          </a:p>
          <a:p>
            <a:pPr marL="742950" lvl="1" indent="-285750" eaLnBrk="0" fontAlgn="base" hangingPunct="0">
              <a:lnSpc>
                <a:spcPct val="100000"/>
              </a:lnSpc>
              <a:spcBef>
                <a:spcPct val="0"/>
              </a:spcBef>
              <a:spcAft>
                <a:spcPct val="0"/>
              </a:spcAft>
            </a:pPr>
            <a:r>
              <a:rPr lang="en-US" altLang="en-US" sz="2200" dirty="0">
                <a:solidFill>
                  <a:schemeClr val="accent3">
                    <a:lumMod val="25000"/>
                  </a:schemeClr>
                </a:solidFill>
                <a:latin typeface="Abadi" panose="020B0604020104020204" pitchFamily="34" charset="0"/>
              </a:rPr>
              <a:t>(Logistic Regression,</a:t>
            </a:r>
          </a:p>
          <a:p>
            <a:pPr marL="742950" lvl="1" indent="-285750" eaLnBrk="0" fontAlgn="base" hangingPunct="0">
              <a:lnSpc>
                <a:spcPct val="100000"/>
              </a:lnSpc>
              <a:spcBef>
                <a:spcPct val="0"/>
              </a:spcBef>
              <a:spcAft>
                <a:spcPct val="0"/>
              </a:spcAft>
            </a:pPr>
            <a:r>
              <a:rPr lang="en-US" altLang="en-US" sz="2200" dirty="0">
                <a:solidFill>
                  <a:schemeClr val="accent3">
                    <a:lumMod val="25000"/>
                  </a:schemeClr>
                </a:solidFill>
                <a:latin typeface="Abadi" panose="020B0604020104020204" pitchFamily="34" charset="0"/>
              </a:rPr>
              <a:t>SVM, Decision Tree,</a:t>
            </a:r>
          </a:p>
          <a:p>
            <a:pPr marL="742950" lvl="1" indent="-285750" eaLnBrk="0" fontAlgn="base" hangingPunct="0">
              <a:lnSpc>
                <a:spcPct val="100000"/>
              </a:lnSpc>
              <a:spcBef>
                <a:spcPct val="0"/>
              </a:spcBef>
              <a:spcAft>
                <a:spcPct val="0"/>
              </a:spcAft>
            </a:pPr>
            <a:r>
              <a:rPr lang="en-US" altLang="en-US" sz="2200" dirty="0">
                <a:solidFill>
                  <a:schemeClr val="accent3">
                    <a:lumMod val="25000"/>
                  </a:schemeClr>
                </a:solidFill>
                <a:latin typeface="Abadi" panose="020B0604020104020204" pitchFamily="34" charset="0"/>
              </a:rPr>
              <a:t>KNN)        </a:t>
            </a:r>
          </a:p>
          <a:p>
            <a:pPr marL="742950" lvl="1" indent="-285750" eaLnBrk="0" fontAlgn="base" hangingPunct="0">
              <a:lnSpc>
                <a:spcPct val="100000"/>
              </a:lnSpc>
              <a:spcBef>
                <a:spcPct val="0"/>
              </a:spcBef>
              <a:spcAft>
                <a:spcPct val="0"/>
              </a:spcAft>
            </a:pPr>
            <a:r>
              <a:rPr lang="en-US" altLang="en-US" sz="2200" dirty="0">
                <a:solidFill>
                  <a:schemeClr val="accent3">
                    <a:lumMod val="25000"/>
                  </a:schemeClr>
                </a:solidFill>
                <a:latin typeface="Abadi" panose="020B0604020104020204" pitchFamily="34" charset="0"/>
              </a:rPr>
              <a:t>Hyperparameter Tuning</a:t>
            </a:r>
          </a:p>
          <a:p>
            <a:pPr marL="742950" lvl="1" indent="-285750" eaLnBrk="0" fontAlgn="base" hangingPunct="0">
              <a:lnSpc>
                <a:spcPct val="100000"/>
              </a:lnSpc>
              <a:spcBef>
                <a:spcPct val="0"/>
              </a:spcBef>
              <a:spcAft>
                <a:spcPct val="0"/>
              </a:spcAft>
            </a:pPr>
            <a:r>
              <a:rPr lang="en-US" altLang="en-US" sz="2200" dirty="0">
                <a:solidFill>
                  <a:schemeClr val="accent3">
                    <a:lumMod val="25000"/>
                  </a:schemeClr>
                </a:solidFill>
                <a:latin typeface="Abadi" panose="020B0604020104020204" pitchFamily="34" charset="0"/>
              </a:rPr>
              <a:t>(</a:t>
            </a:r>
            <a:r>
              <a:rPr lang="en-US" altLang="en-US" sz="2200" dirty="0" err="1">
                <a:solidFill>
                  <a:schemeClr val="accent3">
                    <a:lumMod val="25000"/>
                  </a:schemeClr>
                </a:solidFill>
                <a:latin typeface="Abadi" panose="020B0604020104020204" pitchFamily="34" charset="0"/>
              </a:rPr>
              <a:t>GridSearchCV</a:t>
            </a:r>
            <a:r>
              <a:rPr lang="en-US" altLang="en-US" sz="2200" dirty="0">
                <a:solidFill>
                  <a:schemeClr val="accent3">
                    <a:lumMod val="25000"/>
                  </a:schemeClr>
                </a:solidFill>
                <a:latin typeface="Abadi" panose="020B0604020104020204" pitchFamily="34" charset="0"/>
              </a:rPr>
              <a:t>)</a:t>
            </a:r>
          </a:p>
          <a:p>
            <a:pPr marL="742950" lvl="1" indent="-285750" eaLnBrk="0" fontAlgn="base" hangingPunct="0">
              <a:lnSpc>
                <a:spcPct val="100000"/>
              </a:lnSpc>
              <a:spcBef>
                <a:spcPct val="0"/>
              </a:spcBef>
              <a:spcAft>
                <a:spcPct val="0"/>
              </a:spcAft>
            </a:pPr>
            <a:r>
              <a:rPr lang="en-US" altLang="en-US" sz="2200" dirty="0">
                <a:solidFill>
                  <a:schemeClr val="accent3">
                    <a:lumMod val="25000"/>
                  </a:schemeClr>
                </a:solidFill>
                <a:latin typeface="Abadi" panose="020B0604020104020204" pitchFamily="34" charset="0"/>
              </a:rPr>
              <a:t>Evaluate Accuracy</a:t>
            </a:r>
          </a:p>
          <a:p>
            <a:pPr marL="742950" lvl="1" indent="-285750" eaLnBrk="0" fontAlgn="base" hangingPunct="0">
              <a:lnSpc>
                <a:spcPct val="100000"/>
              </a:lnSpc>
              <a:spcBef>
                <a:spcPct val="0"/>
              </a:spcBef>
              <a:spcAft>
                <a:spcPct val="0"/>
              </a:spcAft>
            </a:pPr>
            <a:r>
              <a:rPr lang="en-US" altLang="en-US" sz="2200" dirty="0">
                <a:solidFill>
                  <a:schemeClr val="accent3">
                    <a:lumMod val="25000"/>
                  </a:schemeClr>
                </a:solidFill>
                <a:latin typeface="Abadi" panose="020B0604020104020204" pitchFamily="34" charset="0"/>
              </a:rPr>
              <a:t>Select Best Model</a:t>
            </a: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r>
              <a:rPr lang="en-US" sz="2500" dirty="0">
                <a:hlinkClick r:id="rId3"/>
              </a:rPr>
              <a:t>https://github.com/DsUgurPolat/010-Angewandte-Datenwissenschaft-Capstone/blob/main/Modul%204/002_SpaceX-Machine-Learning-Prediction-Part-5-v1.ipynb</a:t>
            </a:r>
            <a:endParaRPr lang="en-US" sz="2500" dirty="0"/>
          </a:p>
          <a:p>
            <a:endParaRPr lang="en-US" dirty="0"/>
          </a:p>
        </p:txBody>
      </p:sp>
      <p:sp>
        <p:nvSpPr>
          <p:cNvPr id="3" name="Title 1">
            <a:extLst>
              <a:ext uri="{FF2B5EF4-FFF2-40B4-BE49-F238E27FC236}">
                <a16:creationId xmlns:a16="http://schemas.microsoft.com/office/drawing/2014/main" id="{FC857EDD-A3A7-434D-B8D5-401E872498D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Predictive Analysis (Classification)</a:t>
            </a:r>
          </a:p>
        </p:txBody>
      </p:sp>
    </p:spTree>
    <p:extLst>
      <p:ext uri="{BB962C8B-B14F-4D97-AF65-F5344CB8AC3E}">
        <p14:creationId xmlns:p14="http://schemas.microsoft.com/office/powerpoint/2010/main" val="7003000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4"/>
          <a:stretch>
            <a:fillRect/>
          </a:stretch>
        </a:blipFill>
        <a:effectLst/>
      </p:bgPr>
    </p:bg>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C7B9C153-C85C-3240-8E7E-523FBC004564}"/>
              </a:ext>
            </a:extLst>
          </p:cNvPr>
          <p:cNvSpPr txBox="1">
            <a:spLocks/>
          </p:cNvSpPr>
          <p:nvPr/>
        </p:nvSpPr>
        <p:spPr>
          <a:xfrm>
            <a:off x="841125" y="1807337"/>
            <a:ext cx="7068725" cy="210868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fontAlgn="t">
              <a:buNone/>
            </a:pPr>
            <a:r>
              <a:rPr lang="en-US" sz="2200" b="1" i="0" dirty="0">
                <a:solidFill>
                  <a:schemeClr val="tx1"/>
                </a:solidFill>
                <a:effectLst/>
                <a:latin typeface="Abadi" panose="020B0604020104020204" pitchFamily="34" charset="0"/>
              </a:rPr>
              <a:t>Exploratory Data Analysis Results</a:t>
            </a:r>
          </a:p>
          <a:p>
            <a:pPr fontAlgn="t">
              <a:buFont typeface="Arial" panose="020B0604020202020204" pitchFamily="34" charset="0"/>
              <a:buChar char="•"/>
            </a:pPr>
            <a:r>
              <a:rPr lang="en-US" sz="1900" b="0" i="0" dirty="0">
                <a:solidFill>
                  <a:schemeClr val="tx1"/>
                </a:solidFill>
                <a:effectLst/>
                <a:latin typeface="Abadi" panose="020B0604020104020204" pitchFamily="34" charset="0"/>
              </a:rPr>
              <a:t>Launch success rate improved over time.</a:t>
            </a:r>
          </a:p>
          <a:p>
            <a:pPr fontAlgn="t">
              <a:buFont typeface="Arial" panose="020B0604020202020204" pitchFamily="34" charset="0"/>
              <a:buChar char="•"/>
            </a:pPr>
            <a:r>
              <a:rPr lang="en-US" sz="1900" b="0" i="0" dirty="0">
                <a:solidFill>
                  <a:schemeClr val="tx1"/>
                </a:solidFill>
                <a:effectLst/>
                <a:latin typeface="Abadi" panose="020B0604020104020204" pitchFamily="34" charset="0"/>
              </a:rPr>
              <a:t>Payload mass and orbit type influenced landing success.</a:t>
            </a:r>
          </a:p>
          <a:p>
            <a:pPr fontAlgn="t">
              <a:buFont typeface="Arial" panose="020B0604020202020204" pitchFamily="34" charset="0"/>
              <a:buChar char="•"/>
            </a:pPr>
            <a:r>
              <a:rPr lang="en-US" sz="1900" b="0" i="0" dirty="0">
                <a:solidFill>
                  <a:schemeClr val="tx1"/>
                </a:solidFill>
                <a:effectLst/>
                <a:latin typeface="Abadi" panose="020B0604020104020204" pitchFamily="34" charset="0"/>
              </a:rPr>
              <a:t>Some launch sites achieved higher success rates than others.</a:t>
            </a:r>
          </a:p>
          <a:p>
            <a:pPr fontAlgn="t">
              <a:buFont typeface="Arial" panose="020B0604020202020204" pitchFamily="34" charset="0"/>
              <a:buChar char="•"/>
            </a:pPr>
            <a:r>
              <a:rPr lang="en-US" sz="1900" b="0" i="0" dirty="0">
                <a:solidFill>
                  <a:schemeClr val="tx1"/>
                </a:solidFill>
                <a:effectLst/>
                <a:latin typeface="Abadi" panose="020B0604020104020204" pitchFamily="34" charset="0"/>
              </a:rPr>
              <a:t>Successful landings became more frequent in later missions.</a:t>
            </a:r>
            <a:endParaRPr lang="en-US" sz="1900" dirty="0">
              <a:solidFill>
                <a:schemeClr val="tx1"/>
              </a:solidFill>
              <a:latin typeface="Abadi" panose="020B0604020104020204" pitchFamily="34" charset="0"/>
            </a:endParaRPr>
          </a:p>
          <a:p>
            <a:pPr marL="457200" lvl="1" indent="0">
              <a:buNone/>
            </a:pPr>
            <a:endParaRPr lang="en-US" sz="1900" dirty="0">
              <a:solidFill>
                <a:schemeClr val="tx1"/>
              </a:solidFill>
              <a:latin typeface="Abadi" panose="020B0604020104020204" pitchFamily="34" charset="0"/>
            </a:endParaRPr>
          </a:p>
        </p:txBody>
      </p:sp>
      <p:sp>
        <p:nvSpPr>
          <p:cNvPr id="4" name="Slide Number Placeholder 3">
            <a:extLst>
              <a:ext uri="{FF2B5EF4-FFF2-40B4-BE49-F238E27FC236}">
                <a16:creationId xmlns:a16="http://schemas.microsoft.com/office/drawing/2014/main" id="{3D45C363-925C-9E48-86B0-27D7D36E50D6}"/>
              </a:ext>
            </a:extLst>
          </p:cNvPr>
          <p:cNvSpPr>
            <a:spLocks noGrp="1"/>
          </p:cNvSpPr>
          <p:nvPr>
            <p:ph type="sldNum" sz="quarter" idx="12"/>
          </p:nvPr>
        </p:nvSpPr>
        <p:spPr/>
        <p:txBody>
          <a:bodyPr/>
          <a:lstStyle/>
          <a:p>
            <a:fld id="{5075537C-CA84-1446-933C-8E9D027F9201}" type="slidenum">
              <a:rPr lang="en-US" smtClean="0"/>
              <a:t>20</a:t>
            </a:fld>
            <a:endParaRPr lang="en-US"/>
          </a:p>
        </p:txBody>
      </p:sp>
      <p:sp>
        <p:nvSpPr>
          <p:cNvPr id="7" name="Title 1">
            <a:extLst>
              <a:ext uri="{FF2B5EF4-FFF2-40B4-BE49-F238E27FC236}">
                <a16:creationId xmlns:a16="http://schemas.microsoft.com/office/drawing/2014/main" id="{330F9542-6794-4F57-BB45-868D94AD06B0}"/>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Results</a:t>
            </a:r>
            <a:endParaRPr lang="en-US" dirty="0">
              <a:solidFill>
                <a:srgbClr val="0B49CB"/>
              </a:solidFill>
            </a:endParaRPr>
          </a:p>
        </p:txBody>
      </p:sp>
    </p:spTree>
    <p:extLst>
      <p:ext uri="{BB962C8B-B14F-4D97-AF65-F5344CB8AC3E}">
        <p14:creationId xmlns:p14="http://schemas.microsoft.com/office/powerpoint/2010/main" val="321008965"/>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C7B9C153-C85C-3240-8E7E-523FBC004564}"/>
              </a:ext>
            </a:extLst>
          </p:cNvPr>
          <p:cNvSpPr txBox="1">
            <a:spLocks/>
          </p:cNvSpPr>
          <p:nvPr/>
        </p:nvSpPr>
        <p:spPr>
          <a:xfrm>
            <a:off x="841125" y="1459467"/>
            <a:ext cx="10515600" cy="4389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lnSpc>
                <a:spcPct val="100000"/>
              </a:lnSpc>
              <a:spcBef>
                <a:spcPts val="1400"/>
              </a:spcBef>
              <a:buNone/>
            </a:pPr>
            <a:r>
              <a:rPr lang="en-US" sz="2200" dirty="0">
                <a:solidFill>
                  <a:schemeClr val="accent3">
                    <a:lumMod val="25000"/>
                  </a:schemeClr>
                </a:solidFill>
                <a:latin typeface="Abadi" panose="020B0604020104020204" pitchFamily="34" charset="0"/>
              </a:rPr>
              <a:t>Interactive analytics demo in screenshots</a:t>
            </a:r>
            <a:endParaRPr lang="en-US" sz="1800" dirty="0"/>
          </a:p>
        </p:txBody>
      </p:sp>
      <p:sp>
        <p:nvSpPr>
          <p:cNvPr id="4" name="Slide Number Placeholder 3">
            <a:extLst>
              <a:ext uri="{FF2B5EF4-FFF2-40B4-BE49-F238E27FC236}">
                <a16:creationId xmlns:a16="http://schemas.microsoft.com/office/drawing/2014/main" id="{3D45C363-925C-9E48-86B0-27D7D36E50D6}"/>
              </a:ext>
            </a:extLst>
          </p:cNvPr>
          <p:cNvSpPr>
            <a:spLocks noGrp="1"/>
          </p:cNvSpPr>
          <p:nvPr>
            <p:ph type="sldNum" sz="quarter" idx="12"/>
          </p:nvPr>
        </p:nvSpPr>
        <p:spPr/>
        <p:txBody>
          <a:bodyPr/>
          <a:lstStyle/>
          <a:p>
            <a:fld id="{5075537C-CA84-1446-933C-8E9D027F9201}" type="slidenum">
              <a:rPr lang="en-US" smtClean="0"/>
              <a:t>21</a:t>
            </a:fld>
            <a:endParaRPr lang="en-US"/>
          </a:p>
        </p:txBody>
      </p:sp>
      <p:sp>
        <p:nvSpPr>
          <p:cNvPr id="7" name="Title 1">
            <a:extLst>
              <a:ext uri="{FF2B5EF4-FFF2-40B4-BE49-F238E27FC236}">
                <a16:creationId xmlns:a16="http://schemas.microsoft.com/office/drawing/2014/main" id="{330F9542-6794-4F57-BB45-868D94AD06B0}"/>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Results</a:t>
            </a:r>
            <a:endParaRPr lang="en-US" dirty="0">
              <a:solidFill>
                <a:srgbClr val="0B49CB"/>
              </a:solidFill>
            </a:endParaRPr>
          </a:p>
        </p:txBody>
      </p:sp>
      <p:pic>
        <p:nvPicPr>
          <p:cNvPr id="3" name="Grafik 2">
            <a:extLst>
              <a:ext uri="{FF2B5EF4-FFF2-40B4-BE49-F238E27FC236}">
                <a16:creationId xmlns:a16="http://schemas.microsoft.com/office/drawing/2014/main" id="{491BF7FE-8E25-4A30-B7EA-D4F9BAD0F7F0}"/>
              </a:ext>
            </a:extLst>
          </p:cNvPr>
          <p:cNvPicPr>
            <a:picLocks noChangeAspect="1"/>
          </p:cNvPicPr>
          <p:nvPr/>
        </p:nvPicPr>
        <p:blipFill>
          <a:blip r:embed="rId4"/>
          <a:stretch>
            <a:fillRect/>
          </a:stretch>
        </p:blipFill>
        <p:spPr>
          <a:xfrm>
            <a:off x="1586676" y="1972111"/>
            <a:ext cx="8882270" cy="4455100"/>
          </a:xfrm>
          <a:prstGeom prst="rect">
            <a:avLst/>
          </a:prstGeom>
        </p:spPr>
      </p:pic>
    </p:spTree>
    <p:extLst>
      <p:ext uri="{BB962C8B-B14F-4D97-AF65-F5344CB8AC3E}">
        <p14:creationId xmlns:p14="http://schemas.microsoft.com/office/powerpoint/2010/main" val="10559697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C7B9C153-C85C-3240-8E7E-523FBC004564}"/>
              </a:ext>
            </a:extLst>
          </p:cNvPr>
          <p:cNvSpPr txBox="1">
            <a:spLocks/>
          </p:cNvSpPr>
          <p:nvPr/>
        </p:nvSpPr>
        <p:spPr>
          <a:xfrm>
            <a:off x="841125" y="1807337"/>
            <a:ext cx="10444486" cy="41462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fontAlgn="t">
              <a:lnSpc>
                <a:spcPct val="100000"/>
              </a:lnSpc>
              <a:spcBef>
                <a:spcPts val="1400"/>
              </a:spcBef>
              <a:buNone/>
            </a:pPr>
            <a:r>
              <a:rPr lang="en-US" sz="2200" dirty="0">
                <a:solidFill>
                  <a:schemeClr val="accent3">
                    <a:lumMod val="25000"/>
                  </a:schemeClr>
                </a:solidFill>
                <a:latin typeface="Abadi" panose="020B0604020104020204" pitchFamily="34" charset="0"/>
              </a:rPr>
              <a:t>Predictive Analysis Results</a:t>
            </a:r>
          </a:p>
          <a:p>
            <a:pPr lvl="1" fontAlgn="t">
              <a:lnSpc>
                <a:spcPct val="100000"/>
              </a:lnSpc>
              <a:spcBef>
                <a:spcPts val="1400"/>
              </a:spcBef>
            </a:pPr>
            <a:r>
              <a:rPr lang="en-US" sz="1800" dirty="0">
                <a:solidFill>
                  <a:schemeClr val="accent3">
                    <a:lumMod val="25000"/>
                  </a:schemeClr>
                </a:solidFill>
                <a:latin typeface="Abadi" panose="020B0604020104020204" pitchFamily="34" charset="0"/>
              </a:rPr>
              <a:t>Multiple classification models were trained and evaluated.</a:t>
            </a:r>
          </a:p>
          <a:p>
            <a:pPr lvl="1" fontAlgn="t">
              <a:lnSpc>
                <a:spcPct val="100000"/>
              </a:lnSpc>
              <a:spcBef>
                <a:spcPts val="1400"/>
              </a:spcBef>
            </a:pPr>
            <a:r>
              <a:rPr lang="en-US" sz="1800" dirty="0">
                <a:solidFill>
                  <a:schemeClr val="accent3">
                    <a:lumMod val="25000"/>
                  </a:schemeClr>
                </a:solidFill>
                <a:latin typeface="Abadi" panose="020B0604020104020204" pitchFamily="34" charset="0"/>
              </a:rPr>
              <a:t>Hyperparameter tuning improved model performance.</a:t>
            </a:r>
          </a:p>
          <a:p>
            <a:pPr lvl="1" fontAlgn="t">
              <a:lnSpc>
                <a:spcPct val="100000"/>
              </a:lnSpc>
              <a:spcBef>
                <a:spcPts val="1400"/>
              </a:spcBef>
            </a:pPr>
            <a:r>
              <a:rPr lang="en-US" sz="1800" dirty="0">
                <a:solidFill>
                  <a:schemeClr val="accent3">
                    <a:lumMod val="25000"/>
                  </a:schemeClr>
                </a:solidFill>
                <a:latin typeface="Abadi" panose="020B0604020104020204" pitchFamily="34" charset="0"/>
              </a:rPr>
              <a:t>The best model achieved the highest prediction accuracy.</a:t>
            </a:r>
          </a:p>
          <a:p>
            <a:pPr lvl="1" fontAlgn="t">
              <a:lnSpc>
                <a:spcPct val="100000"/>
              </a:lnSpc>
              <a:spcBef>
                <a:spcPts val="1400"/>
              </a:spcBef>
            </a:pPr>
            <a:r>
              <a:rPr lang="en-US" sz="1800" dirty="0">
                <a:solidFill>
                  <a:schemeClr val="accent3">
                    <a:lumMod val="25000"/>
                  </a:schemeClr>
                </a:solidFill>
                <a:latin typeface="Abadi" panose="020B0604020104020204" pitchFamily="34" charset="0"/>
              </a:rPr>
              <a:t>The final model successfully predicted Falcon 9 landing outcomes.</a:t>
            </a:r>
            <a:endParaRPr lang="en-US" sz="2200" dirty="0">
              <a:solidFill>
                <a:schemeClr val="accent3">
                  <a:lumMod val="25000"/>
                </a:schemeClr>
              </a:solidFill>
              <a:latin typeface="Abadi" panose="020B0604020104020204" pitchFamily="34" charset="0"/>
            </a:endParaRPr>
          </a:p>
          <a:p>
            <a:pPr lvl="1"/>
            <a:endParaRPr lang="en-US" sz="1800" dirty="0"/>
          </a:p>
          <a:p>
            <a:pPr marL="457200" lvl="1" indent="0">
              <a:buNone/>
            </a:pPr>
            <a:endParaRPr lang="en-US" sz="1800" dirty="0"/>
          </a:p>
        </p:txBody>
      </p:sp>
      <p:sp>
        <p:nvSpPr>
          <p:cNvPr id="4" name="Slide Number Placeholder 3">
            <a:extLst>
              <a:ext uri="{FF2B5EF4-FFF2-40B4-BE49-F238E27FC236}">
                <a16:creationId xmlns:a16="http://schemas.microsoft.com/office/drawing/2014/main" id="{3D45C363-925C-9E48-86B0-27D7D36E50D6}"/>
              </a:ext>
            </a:extLst>
          </p:cNvPr>
          <p:cNvSpPr>
            <a:spLocks noGrp="1"/>
          </p:cNvSpPr>
          <p:nvPr>
            <p:ph type="sldNum" sz="quarter" idx="12"/>
          </p:nvPr>
        </p:nvSpPr>
        <p:spPr/>
        <p:txBody>
          <a:bodyPr/>
          <a:lstStyle/>
          <a:p>
            <a:fld id="{5075537C-CA84-1446-933C-8E9D027F9201}" type="slidenum">
              <a:rPr lang="en-US" smtClean="0"/>
              <a:t>22</a:t>
            </a:fld>
            <a:endParaRPr lang="en-US"/>
          </a:p>
        </p:txBody>
      </p:sp>
      <p:sp>
        <p:nvSpPr>
          <p:cNvPr id="7" name="Title 1">
            <a:extLst>
              <a:ext uri="{FF2B5EF4-FFF2-40B4-BE49-F238E27FC236}">
                <a16:creationId xmlns:a16="http://schemas.microsoft.com/office/drawing/2014/main" id="{330F9542-6794-4F57-BB45-868D94AD06B0}"/>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Results</a:t>
            </a:r>
            <a:endParaRPr lang="en-US" dirty="0">
              <a:solidFill>
                <a:srgbClr val="0B49CB"/>
              </a:solidFill>
            </a:endParaRPr>
          </a:p>
        </p:txBody>
      </p:sp>
    </p:spTree>
    <p:extLst>
      <p:ext uri="{BB962C8B-B14F-4D97-AF65-F5344CB8AC3E}">
        <p14:creationId xmlns:p14="http://schemas.microsoft.com/office/powerpoint/2010/main" val="38542826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18B93D-8F11-6347-95EE-BF68474E5B1F}"/>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2</a:t>
            </a:r>
          </a:p>
        </p:txBody>
      </p:sp>
    </p:spTree>
    <p:extLst>
      <p:ext uri="{BB962C8B-B14F-4D97-AF65-F5344CB8AC3E}">
        <p14:creationId xmlns:p14="http://schemas.microsoft.com/office/powerpoint/2010/main" val="1782706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24</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1" y="1454859"/>
            <a:ext cx="10515600" cy="549049"/>
          </a:xfrm>
          <a:prstGeom prst="rect">
            <a:avLst/>
          </a:prstGeom>
        </p:spPr>
        <p:txBody>
          <a:bodyPr>
            <a:normAutofit/>
          </a:bodyPr>
          <a:lstStyle/>
          <a:p>
            <a:pPr>
              <a:lnSpc>
                <a:spcPct val="100000"/>
              </a:lnSpc>
              <a:spcBef>
                <a:spcPts val="1400"/>
              </a:spcBef>
            </a:pPr>
            <a:r>
              <a:rPr lang="en-CA" sz="2200" dirty="0">
                <a:solidFill>
                  <a:schemeClr val="accent3">
                    <a:lumMod val="25000"/>
                  </a:schemeClr>
                </a:solidFill>
                <a:latin typeface="Abadi" panose="020B0604020104020204" pitchFamily="34" charset="0"/>
              </a:rPr>
              <a:t>Scatter plot of Flight Number vs. Launch Site</a:t>
            </a:r>
          </a:p>
        </p:txBody>
      </p:sp>
      <p:sp>
        <p:nvSpPr>
          <p:cNvPr id="4" name="Title 1">
            <a:extLst>
              <a:ext uri="{FF2B5EF4-FFF2-40B4-BE49-F238E27FC236}">
                <a16:creationId xmlns:a16="http://schemas.microsoft.com/office/drawing/2014/main" id="{54F4FCC5-6E7E-4FF0-BE45-680EEC392C9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Flight Number vs. Launch Site</a:t>
            </a:r>
            <a:endParaRPr lang="en-US" dirty="0">
              <a:solidFill>
                <a:srgbClr val="0B49CB"/>
              </a:solidFill>
            </a:endParaRPr>
          </a:p>
        </p:txBody>
      </p:sp>
      <p:pic>
        <p:nvPicPr>
          <p:cNvPr id="6" name="Grafik 5">
            <a:extLst>
              <a:ext uri="{FF2B5EF4-FFF2-40B4-BE49-F238E27FC236}">
                <a16:creationId xmlns:a16="http://schemas.microsoft.com/office/drawing/2014/main" id="{4C227356-1D36-4570-AD59-9F9072823F0E}"/>
              </a:ext>
            </a:extLst>
          </p:cNvPr>
          <p:cNvPicPr>
            <a:picLocks noChangeAspect="1"/>
          </p:cNvPicPr>
          <p:nvPr/>
        </p:nvPicPr>
        <p:blipFill>
          <a:blip r:embed="rId3"/>
          <a:stretch>
            <a:fillRect/>
          </a:stretch>
        </p:blipFill>
        <p:spPr>
          <a:xfrm>
            <a:off x="389728" y="2003908"/>
            <a:ext cx="11412543" cy="2410161"/>
          </a:xfrm>
          <a:prstGeom prst="rect">
            <a:avLst/>
          </a:prstGeom>
        </p:spPr>
      </p:pic>
      <p:sp>
        <p:nvSpPr>
          <p:cNvPr id="7" name="Content Placeholder 2">
            <a:extLst>
              <a:ext uri="{FF2B5EF4-FFF2-40B4-BE49-F238E27FC236}">
                <a16:creationId xmlns:a16="http://schemas.microsoft.com/office/drawing/2014/main" id="{8A3C897C-935A-460D-93C4-E4E315B28B67}"/>
              </a:ext>
            </a:extLst>
          </p:cNvPr>
          <p:cNvSpPr txBox="1">
            <a:spLocks/>
          </p:cNvSpPr>
          <p:nvPr/>
        </p:nvSpPr>
        <p:spPr>
          <a:xfrm>
            <a:off x="770011" y="4775019"/>
            <a:ext cx="10515600" cy="95415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t">
              <a:buFont typeface="Arial" panose="020B0604020202020204" pitchFamily="34" charset="0"/>
              <a:buNone/>
            </a:pPr>
            <a:r>
              <a:rPr lang="en-US" sz="1900" dirty="0">
                <a:latin typeface="Abadi" panose="020B0604020104020204" pitchFamily="34" charset="0"/>
              </a:rPr>
              <a:t>The scatter plot shows that launch activity expanded over time and became more successful as SpaceX gained operational experience. Florida launch sites handled most missions, while VAFB supported specialized orbit launches.</a:t>
            </a:r>
          </a:p>
        </p:txBody>
      </p:sp>
    </p:spTree>
    <p:extLst>
      <p:ext uri="{BB962C8B-B14F-4D97-AF65-F5344CB8AC3E}">
        <p14:creationId xmlns:p14="http://schemas.microsoft.com/office/powerpoint/2010/main" val="38656059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25</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839584" y="1454431"/>
            <a:ext cx="4348641" cy="4439269"/>
          </a:xfrm>
          <a:prstGeom prst="rect">
            <a:avLst/>
          </a:prstGeom>
        </p:spPr>
        <p:txBody>
          <a:bodyPr>
            <a:normAutofit/>
          </a:bodyPr>
          <a:lstStyle/>
          <a:p>
            <a:pPr marL="0" indent="0" algn="just" fontAlgn="t">
              <a:buNone/>
            </a:pPr>
            <a:endParaRPr lang="en-US" sz="1900" b="0" i="0" dirty="0">
              <a:effectLst/>
              <a:latin typeface="Abadi" panose="020B0604020104020204" pitchFamily="34" charset="0"/>
            </a:endParaRPr>
          </a:p>
          <a:p>
            <a:pPr marL="0" indent="0" algn="just" fontAlgn="t">
              <a:buNone/>
            </a:pPr>
            <a:endParaRPr lang="en-US" sz="1900" dirty="0">
              <a:latin typeface="Abadi" panose="020B0604020104020204" pitchFamily="34" charset="0"/>
            </a:endParaRPr>
          </a:p>
          <a:p>
            <a:pPr marL="0" indent="0" algn="just" fontAlgn="t">
              <a:buNone/>
            </a:pPr>
            <a:endParaRPr lang="en-US" sz="1900" b="0" i="0" dirty="0">
              <a:effectLst/>
              <a:latin typeface="Abadi" panose="020B0604020104020204" pitchFamily="34" charset="0"/>
            </a:endParaRPr>
          </a:p>
          <a:p>
            <a:pPr marL="0" indent="0" algn="just" fontAlgn="t">
              <a:buNone/>
            </a:pPr>
            <a:r>
              <a:rPr lang="en-US" sz="1900" b="0" i="0" dirty="0">
                <a:effectLst/>
                <a:latin typeface="Abadi" panose="020B0604020104020204" pitchFamily="34" charset="0"/>
              </a:rPr>
              <a:t>The bar chart shows that mission success rates vary across orbit types. LEO missions achieved consistently high success rates, while GTO missions were more challenging and exhibited a lower success rate. Overall, Falcon 9 demonstrated strong performance across most orbit categories.</a:t>
            </a:r>
          </a:p>
        </p:txBody>
      </p:sp>
      <p:sp>
        <p:nvSpPr>
          <p:cNvPr id="4" name="Title 1">
            <a:extLst>
              <a:ext uri="{FF2B5EF4-FFF2-40B4-BE49-F238E27FC236}">
                <a16:creationId xmlns:a16="http://schemas.microsoft.com/office/drawing/2014/main" id="{D4811A61-F7FB-4B19-9ED1-E0E2554A5BE8}"/>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Success Rate vs. Orbit Type</a:t>
            </a:r>
            <a:endParaRPr lang="en-US" dirty="0">
              <a:solidFill>
                <a:srgbClr val="0B49CB"/>
              </a:solidFill>
            </a:endParaRPr>
          </a:p>
        </p:txBody>
      </p:sp>
      <p:pic>
        <p:nvPicPr>
          <p:cNvPr id="6" name="Grafik 5">
            <a:extLst>
              <a:ext uri="{FF2B5EF4-FFF2-40B4-BE49-F238E27FC236}">
                <a16:creationId xmlns:a16="http://schemas.microsoft.com/office/drawing/2014/main" id="{BF35CA0F-EABC-48D5-8CFF-56AA2E3B5BDE}"/>
              </a:ext>
            </a:extLst>
          </p:cNvPr>
          <p:cNvPicPr>
            <a:picLocks noChangeAspect="1"/>
          </p:cNvPicPr>
          <p:nvPr/>
        </p:nvPicPr>
        <p:blipFill>
          <a:blip r:embed="rId3"/>
          <a:stretch>
            <a:fillRect/>
          </a:stretch>
        </p:blipFill>
        <p:spPr>
          <a:xfrm>
            <a:off x="5589753" y="1454432"/>
            <a:ext cx="5868219" cy="4439270"/>
          </a:xfrm>
          <a:prstGeom prst="rect">
            <a:avLst/>
          </a:prstGeom>
        </p:spPr>
      </p:pic>
    </p:spTree>
    <p:extLst>
      <p:ext uri="{BB962C8B-B14F-4D97-AF65-F5344CB8AC3E}">
        <p14:creationId xmlns:p14="http://schemas.microsoft.com/office/powerpoint/2010/main" val="800901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26</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1" y="1946247"/>
            <a:ext cx="10515600" cy="1636985"/>
          </a:xfrm>
          <a:prstGeom prst="rect">
            <a:avLst/>
          </a:prstGeom>
        </p:spPr>
        <p:txBody>
          <a:bodyPr>
            <a:normAutofit/>
          </a:bodyPr>
          <a:lstStyle/>
          <a:p>
            <a:pPr fontAlgn="t"/>
            <a:r>
              <a:rPr lang="en-US" sz="2200" dirty="0">
                <a:solidFill>
                  <a:schemeClr val="accent3">
                    <a:lumMod val="25000"/>
                  </a:schemeClr>
                </a:solidFill>
                <a:latin typeface="Abadi" panose="020B0604020104020204" pitchFamily="34" charset="0"/>
              </a:rPr>
              <a:t>The orbit type is an important factor affecting mission success. Higher success rates were observed for several orbit categories, while GTO missions presented greater operational challenges.</a:t>
            </a:r>
          </a:p>
          <a:p>
            <a:pPr>
              <a:lnSpc>
                <a:spcPct val="100000"/>
              </a:lnSpc>
              <a:spcBef>
                <a:spcPts val="1400"/>
              </a:spcBef>
            </a:pPr>
            <a:endParaRPr lang="en-US" sz="2200" dirty="0">
              <a:solidFill>
                <a:schemeClr val="accent3">
                  <a:lumMod val="25000"/>
                </a:schemeClr>
              </a:solidFill>
              <a:latin typeface="Abadi" panose="020B0604020104020204" pitchFamily="34" charset="0"/>
            </a:endParaRPr>
          </a:p>
        </p:txBody>
      </p:sp>
      <p:sp>
        <p:nvSpPr>
          <p:cNvPr id="4" name="Title 1">
            <a:extLst>
              <a:ext uri="{FF2B5EF4-FFF2-40B4-BE49-F238E27FC236}">
                <a16:creationId xmlns:a16="http://schemas.microsoft.com/office/drawing/2014/main" id="{021C109C-C017-4D19-928F-AED25AC3012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Flight Number vs. Orbit Type</a:t>
            </a:r>
            <a:endParaRPr lang="en-US" dirty="0">
              <a:solidFill>
                <a:srgbClr val="0B49CB"/>
              </a:solidFill>
            </a:endParaRPr>
          </a:p>
        </p:txBody>
      </p:sp>
      <p:pic>
        <p:nvPicPr>
          <p:cNvPr id="6" name="Grafik 5">
            <a:extLst>
              <a:ext uri="{FF2B5EF4-FFF2-40B4-BE49-F238E27FC236}">
                <a16:creationId xmlns:a16="http://schemas.microsoft.com/office/drawing/2014/main" id="{4E446C65-D2E4-4493-8BEA-89F6BC2D13E6}"/>
              </a:ext>
            </a:extLst>
          </p:cNvPr>
          <p:cNvPicPr>
            <a:picLocks noChangeAspect="1"/>
          </p:cNvPicPr>
          <p:nvPr/>
        </p:nvPicPr>
        <p:blipFill>
          <a:blip r:embed="rId3"/>
          <a:stretch>
            <a:fillRect/>
          </a:stretch>
        </p:blipFill>
        <p:spPr>
          <a:xfrm>
            <a:off x="323044" y="3530040"/>
            <a:ext cx="11545911" cy="2333951"/>
          </a:xfrm>
          <a:prstGeom prst="rect">
            <a:avLst/>
          </a:prstGeom>
        </p:spPr>
      </p:pic>
    </p:spTree>
    <p:extLst>
      <p:ext uri="{BB962C8B-B14F-4D97-AF65-F5344CB8AC3E}">
        <p14:creationId xmlns:p14="http://schemas.microsoft.com/office/powerpoint/2010/main" val="41605074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27</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0" y="2057400"/>
            <a:ext cx="10687961" cy="1739348"/>
          </a:xfrm>
          <a:prstGeom prst="rect">
            <a:avLst/>
          </a:prstGeom>
        </p:spPr>
        <p:txBody>
          <a:bodyPr>
            <a:normAutofit/>
          </a:bodyPr>
          <a:lstStyle/>
          <a:p>
            <a:pPr marL="0" indent="0" fontAlgn="t">
              <a:buNone/>
            </a:pPr>
            <a:r>
              <a:rPr lang="en-US" sz="1900" b="0" i="0" dirty="0">
                <a:effectLst/>
                <a:latin typeface="Abadi" panose="020B0604020104020204" pitchFamily="34" charset="0"/>
              </a:rPr>
              <a:t>The scatter plot shows the relationship between payload mass and orbit type. Different orbit categories require different payload capacities, which influences mission characteristics. While heavier payloads can increase mission complexity, SpaceX achieved successful landings across multiple orbit types and payload ranges.</a:t>
            </a:r>
          </a:p>
        </p:txBody>
      </p:sp>
      <p:sp>
        <p:nvSpPr>
          <p:cNvPr id="4" name="Title 1">
            <a:extLst>
              <a:ext uri="{FF2B5EF4-FFF2-40B4-BE49-F238E27FC236}">
                <a16:creationId xmlns:a16="http://schemas.microsoft.com/office/drawing/2014/main" id="{AFE7D9E4-306D-49E3-9AC4-15D566FC72A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Payload vs. Orbit Type</a:t>
            </a:r>
            <a:endParaRPr lang="en-US" dirty="0">
              <a:solidFill>
                <a:srgbClr val="0B49CB"/>
              </a:solidFill>
            </a:endParaRPr>
          </a:p>
        </p:txBody>
      </p:sp>
      <p:pic>
        <p:nvPicPr>
          <p:cNvPr id="6" name="Grafik 5">
            <a:extLst>
              <a:ext uri="{FF2B5EF4-FFF2-40B4-BE49-F238E27FC236}">
                <a16:creationId xmlns:a16="http://schemas.microsoft.com/office/drawing/2014/main" id="{82FC66E0-5B62-4FAA-B5A0-D34E44380129}"/>
              </a:ext>
            </a:extLst>
          </p:cNvPr>
          <p:cNvPicPr>
            <a:picLocks noChangeAspect="1"/>
          </p:cNvPicPr>
          <p:nvPr/>
        </p:nvPicPr>
        <p:blipFill>
          <a:blip r:embed="rId3"/>
          <a:stretch>
            <a:fillRect/>
          </a:stretch>
        </p:blipFill>
        <p:spPr>
          <a:xfrm>
            <a:off x="283434" y="4121839"/>
            <a:ext cx="11488753" cy="2305372"/>
          </a:xfrm>
          <a:prstGeom prst="rect">
            <a:avLst/>
          </a:prstGeom>
        </p:spPr>
      </p:pic>
    </p:spTree>
    <p:extLst>
      <p:ext uri="{BB962C8B-B14F-4D97-AF65-F5344CB8AC3E}">
        <p14:creationId xmlns:p14="http://schemas.microsoft.com/office/powerpoint/2010/main" val="31453405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28</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1" y="1710146"/>
            <a:ext cx="3932238" cy="4171199"/>
          </a:xfrm>
          <a:prstGeom prst="rect">
            <a:avLst/>
          </a:prstGeom>
        </p:spPr>
        <p:txBody>
          <a:bodyPr>
            <a:normAutofit/>
          </a:bodyPr>
          <a:lstStyle/>
          <a:p>
            <a:pPr marL="0" indent="0" fontAlgn="t">
              <a:buNone/>
            </a:pPr>
            <a:r>
              <a:rPr lang="en-US" sz="1900" b="1" i="0" dirty="0">
                <a:effectLst/>
                <a:latin typeface="Abadi" panose="020B0604020104020204" pitchFamily="34" charset="0"/>
              </a:rPr>
              <a:t>Explanation</a:t>
            </a:r>
          </a:p>
          <a:p>
            <a:pPr marL="0" indent="0" fontAlgn="t">
              <a:buNone/>
            </a:pPr>
            <a:r>
              <a:rPr lang="en-US" sz="1900" i="0" dirty="0">
                <a:effectLst/>
                <a:latin typeface="Abadi" panose="020B0604020104020204" pitchFamily="34" charset="0"/>
              </a:rPr>
              <a:t>The line chart illustrates the yearly average launch success rate. The upward trend indicates continuous improvements in Falcon 9 performance, landing procedures, and operational efficiency. Over time, SpaceX achieved more reliable launch outcomes and booster recoveries.</a:t>
            </a:r>
          </a:p>
          <a:p>
            <a:pPr>
              <a:lnSpc>
                <a:spcPct val="100000"/>
              </a:lnSpc>
              <a:spcBef>
                <a:spcPts val="1400"/>
              </a:spcBef>
            </a:pPr>
            <a:endParaRPr lang="en-US" sz="1900" dirty="0">
              <a:solidFill>
                <a:schemeClr val="accent3">
                  <a:lumMod val="25000"/>
                </a:schemeClr>
              </a:solidFill>
              <a:latin typeface="Abadi" panose="020B0604020104020204" pitchFamily="34" charset="0"/>
            </a:endParaRPr>
          </a:p>
        </p:txBody>
      </p:sp>
      <p:sp>
        <p:nvSpPr>
          <p:cNvPr id="4" name="Title 1">
            <a:extLst>
              <a:ext uri="{FF2B5EF4-FFF2-40B4-BE49-F238E27FC236}">
                <a16:creationId xmlns:a16="http://schemas.microsoft.com/office/drawing/2014/main" id="{6D35FD2D-1BD2-45D7-B015-1A96C241520B}"/>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Success Yearly Trend</a:t>
            </a:r>
          </a:p>
        </p:txBody>
      </p:sp>
      <p:pic>
        <p:nvPicPr>
          <p:cNvPr id="6" name="Grafik 5">
            <a:extLst>
              <a:ext uri="{FF2B5EF4-FFF2-40B4-BE49-F238E27FC236}">
                <a16:creationId xmlns:a16="http://schemas.microsoft.com/office/drawing/2014/main" id="{AF56E4A3-F47A-4ECF-9624-9677846FB3A8}"/>
              </a:ext>
            </a:extLst>
          </p:cNvPr>
          <p:cNvPicPr>
            <a:picLocks noChangeAspect="1"/>
          </p:cNvPicPr>
          <p:nvPr/>
        </p:nvPicPr>
        <p:blipFill>
          <a:blip r:embed="rId3"/>
          <a:stretch>
            <a:fillRect/>
          </a:stretch>
        </p:blipFill>
        <p:spPr>
          <a:xfrm>
            <a:off x="5199174" y="1710146"/>
            <a:ext cx="6258798" cy="4315427"/>
          </a:xfrm>
          <a:prstGeom prst="rect">
            <a:avLst/>
          </a:prstGeom>
        </p:spPr>
      </p:pic>
    </p:spTree>
    <p:extLst>
      <p:ext uri="{BB962C8B-B14F-4D97-AF65-F5344CB8AC3E}">
        <p14:creationId xmlns:p14="http://schemas.microsoft.com/office/powerpoint/2010/main" val="7065944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29</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fontAlgn="t"/>
            <a:r>
              <a:rPr lang="en-US" sz="1900" b="1" i="0" dirty="0">
                <a:effectLst/>
                <a:latin typeface="Abadi" panose="020B0604020104020204" pitchFamily="34" charset="0"/>
              </a:rPr>
              <a:t>Query Result</a:t>
            </a:r>
          </a:p>
          <a:p>
            <a:pPr lvl="1" fontAlgn="t"/>
            <a:r>
              <a:rPr lang="en-US" sz="1900" b="0" i="0" dirty="0">
                <a:effectLst/>
                <a:latin typeface="Abadi" panose="020B0604020104020204" pitchFamily="34" charset="0"/>
              </a:rPr>
              <a:t>CCAFS LC-40</a:t>
            </a:r>
          </a:p>
          <a:p>
            <a:pPr lvl="1" fontAlgn="t"/>
            <a:r>
              <a:rPr lang="en-US" sz="1900" b="0" i="0" dirty="0">
                <a:effectLst/>
                <a:latin typeface="Abadi" panose="020B0604020104020204" pitchFamily="34" charset="0"/>
              </a:rPr>
              <a:t>CCAFS SLC-40</a:t>
            </a:r>
          </a:p>
          <a:p>
            <a:pPr lvl="1" fontAlgn="t"/>
            <a:r>
              <a:rPr lang="en-US" sz="1900" b="0" i="0" dirty="0">
                <a:effectLst/>
                <a:latin typeface="Abadi" panose="020B0604020104020204" pitchFamily="34" charset="0"/>
              </a:rPr>
              <a:t>KSC LC-39A</a:t>
            </a:r>
          </a:p>
          <a:p>
            <a:pPr lvl="1" fontAlgn="t"/>
            <a:r>
              <a:rPr lang="en-US" sz="1900" b="0" i="0" dirty="0">
                <a:effectLst/>
                <a:latin typeface="Abadi" panose="020B0604020104020204" pitchFamily="34" charset="0"/>
              </a:rPr>
              <a:t>VAFB SLC-4E</a:t>
            </a:r>
          </a:p>
          <a:p>
            <a:pPr fontAlgn="t"/>
            <a:r>
              <a:rPr lang="en-US" sz="1900" b="1" i="0" dirty="0">
                <a:effectLst/>
                <a:latin typeface="Abadi" panose="020B0604020104020204" pitchFamily="34" charset="0"/>
              </a:rPr>
              <a:t>Short Explanation</a:t>
            </a:r>
          </a:p>
          <a:p>
            <a:pPr marL="0" indent="0" fontAlgn="t">
              <a:buNone/>
            </a:pPr>
            <a:r>
              <a:rPr lang="en-US" sz="1900" i="0" dirty="0">
                <a:effectLst/>
                <a:latin typeface="Abadi" panose="020B0604020104020204" pitchFamily="34" charset="0"/>
              </a:rPr>
              <a:t>The SQL query was used to identify all unique SpaceX launch sites in the dataset. Most launches were conducted from Florida launch facilities (CCAFS and KSC), while VAFB SLC-4E supported missions to polar and sun-synchronous orbits.</a:t>
            </a:r>
          </a:p>
        </p:txBody>
      </p:sp>
      <p:sp>
        <p:nvSpPr>
          <p:cNvPr id="3" name="Title 1">
            <a:extLst>
              <a:ext uri="{FF2B5EF4-FFF2-40B4-BE49-F238E27FC236}">
                <a16:creationId xmlns:a16="http://schemas.microsoft.com/office/drawing/2014/main" id="{86E60219-AE1B-47B6-9A1D-F2865D04BE52}"/>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All Launch Site Names</a:t>
            </a:r>
          </a:p>
        </p:txBody>
      </p:sp>
    </p:spTree>
    <p:extLst>
      <p:ext uri="{BB962C8B-B14F-4D97-AF65-F5344CB8AC3E}">
        <p14:creationId xmlns:p14="http://schemas.microsoft.com/office/powerpoint/2010/main" val="27278509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30</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1" y="4506177"/>
            <a:ext cx="10687961" cy="1720215"/>
          </a:xfrm>
          <a:prstGeom prst="rect">
            <a:avLst/>
          </a:prstGeom>
        </p:spPr>
        <p:txBody>
          <a:bodyPr>
            <a:normAutofit/>
          </a:bodyPr>
          <a:lstStyle/>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The SQL query filtered launch records where the launch site name begins with "CCA". The results show that Cape Canaveral Air Force Station (CCAFS) was one of SpaceX's primary launch locations and hosted numerous Falcon 9 missions.</a:t>
            </a:r>
          </a:p>
        </p:txBody>
      </p:sp>
      <p:sp>
        <p:nvSpPr>
          <p:cNvPr id="3" name="Title 1">
            <a:extLst>
              <a:ext uri="{FF2B5EF4-FFF2-40B4-BE49-F238E27FC236}">
                <a16:creationId xmlns:a16="http://schemas.microsoft.com/office/drawing/2014/main" id="{557C8CBA-1A0E-4CDF-A451-7AAA44D39839}"/>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Site Names Begin with 'CCA'</a:t>
            </a:r>
          </a:p>
        </p:txBody>
      </p:sp>
      <p:pic>
        <p:nvPicPr>
          <p:cNvPr id="9" name="Grafik 8">
            <a:extLst>
              <a:ext uri="{FF2B5EF4-FFF2-40B4-BE49-F238E27FC236}">
                <a16:creationId xmlns:a16="http://schemas.microsoft.com/office/drawing/2014/main" id="{392CAF30-C2F4-4A8C-9970-E643782B57E8}"/>
              </a:ext>
            </a:extLst>
          </p:cNvPr>
          <p:cNvPicPr>
            <a:picLocks noChangeAspect="1"/>
          </p:cNvPicPr>
          <p:nvPr/>
        </p:nvPicPr>
        <p:blipFill>
          <a:blip r:embed="rId3"/>
          <a:stretch>
            <a:fillRect/>
          </a:stretch>
        </p:blipFill>
        <p:spPr>
          <a:xfrm>
            <a:off x="770011" y="1544225"/>
            <a:ext cx="10687961" cy="2505425"/>
          </a:xfrm>
          <a:prstGeom prst="rect">
            <a:avLst/>
          </a:prstGeom>
        </p:spPr>
      </p:pic>
    </p:spTree>
    <p:extLst>
      <p:ext uri="{BB962C8B-B14F-4D97-AF65-F5344CB8AC3E}">
        <p14:creationId xmlns:p14="http://schemas.microsoft.com/office/powerpoint/2010/main" val="17947386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31</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1900" b="1" dirty="0">
                <a:solidFill>
                  <a:schemeClr val="accent3">
                    <a:lumMod val="25000"/>
                  </a:schemeClr>
                </a:solidFill>
                <a:latin typeface="Abadi" panose="020B0604020104020204" pitchFamily="34" charset="0"/>
              </a:rPr>
              <a:t>Query Result</a:t>
            </a:r>
          </a:p>
          <a:p>
            <a:pPr marL="0" indent="0">
              <a:lnSpc>
                <a:spcPct val="100000"/>
              </a:lnSpc>
              <a:spcBef>
                <a:spcPts val="1400"/>
              </a:spcBef>
              <a:buNone/>
            </a:pPr>
            <a:r>
              <a:rPr lang="en-US" sz="1900" dirty="0">
                <a:solidFill>
                  <a:schemeClr val="accent3">
                    <a:lumMod val="25000"/>
                  </a:schemeClr>
                </a:solidFill>
                <a:latin typeface="Abadi" panose="020B0604020104020204" pitchFamily="34" charset="0"/>
              </a:rPr>
              <a:t>Total Payload Mass Carried by NASA Boosters: 45,596 kg</a:t>
            </a:r>
          </a:p>
          <a:p>
            <a:pPr fontAlgn="t">
              <a:lnSpc>
                <a:spcPct val="100000"/>
              </a:lnSpc>
              <a:spcBef>
                <a:spcPts val="1400"/>
              </a:spcBef>
            </a:pPr>
            <a:r>
              <a:rPr lang="en-US" sz="1900" b="1" dirty="0">
                <a:solidFill>
                  <a:schemeClr val="accent3">
                    <a:lumMod val="25000"/>
                  </a:schemeClr>
                </a:solidFill>
                <a:latin typeface="Abadi" panose="020B0604020104020204" pitchFamily="34" charset="0"/>
              </a:rPr>
              <a:t>Short Explanation</a:t>
            </a:r>
          </a:p>
          <a:p>
            <a:pPr marL="0" indent="0" fontAlgn="t">
              <a:lnSpc>
                <a:spcPct val="100000"/>
              </a:lnSpc>
              <a:spcBef>
                <a:spcPts val="1400"/>
              </a:spcBef>
              <a:buNone/>
            </a:pPr>
            <a:r>
              <a:rPr lang="en-US" sz="1900" dirty="0">
                <a:solidFill>
                  <a:schemeClr val="accent3">
                    <a:lumMod val="25000"/>
                  </a:schemeClr>
                </a:solidFill>
                <a:latin typeface="Abadi" panose="020B0604020104020204" pitchFamily="34" charset="0"/>
              </a:rPr>
              <a:t>The SQL query calculated the total payload mass transported on NASA missions. The result shows that Falcon 9 boosters carried a combined payload of 45,596 kg for NASA-related launches, demonstrating SpaceX's significant contribution to NASA space missions.</a:t>
            </a:r>
          </a:p>
        </p:txBody>
      </p:sp>
      <p:sp>
        <p:nvSpPr>
          <p:cNvPr id="3" name="Title 1">
            <a:extLst>
              <a:ext uri="{FF2B5EF4-FFF2-40B4-BE49-F238E27FC236}">
                <a16:creationId xmlns:a16="http://schemas.microsoft.com/office/drawing/2014/main" id="{FD161C47-0660-416F-B4C2-25E4D35D69F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Total Payload Mass</a:t>
            </a:r>
          </a:p>
        </p:txBody>
      </p:sp>
    </p:spTree>
    <p:extLst>
      <p:ext uri="{BB962C8B-B14F-4D97-AF65-F5344CB8AC3E}">
        <p14:creationId xmlns:p14="http://schemas.microsoft.com/office/powerpoint/2010/main" val="40100147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32</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fontAlgn="t"/>
            <a:r>
              <a:rPr lang="en-US" sz="1900" b="1" i="0" dirty="0">
                <a:effectLst/>
                <a:latin typeface="Segoe UI" panose="020B0502040204020203" pitchFamily="34" charset="0"/>
              </a:rPr>
              <a:t>Query Result</a:t>
            </a:r>
          </a:p>
          <a:p>
            <a:pPr marL="0" indent="0" fontAlgn="t">
              <a:buNone/>
            </a:pPr>
            <a:r>
              <a:rPr lang="en-US" sz="1900" i="0" dirty="0">
                <a:effectLst/>
                <a:latin typeface="Segoe UI" panose="020B0502040204020203" pitchFamily="34" charset="0"/>
              </a:rPr>
              <a:t>Average Payload Mass Carried by F9 v1.1: 2,928.4 kg</a:t>
            </a:r>
          </a:p>
          <a:p>
            <a:pPr fontAlgn="t"/>
            <a:r>
              <a:rPr lang="en-US" sz="1900" b="1" i="0" dirty="0">
                <a:effectLst/>
                <a:latin typeface="Segoe UI" panose="020B0502040204020203" pitchFamily="34" charset="0"/>
              </a:rPr>
              <a:t>Short Explanation</a:t>
            </a:r>
          </a:p>
          <a:p>
            <a:pPr marL="0" indent="0" fontAlgn="t">
              <a:buNone/>
            </a:pPr>
            <a:r>
              <a:rPr lang="en-US" sz="1900" i="0" dirty="0">
                <a:effectLst/>
                <a:latin typeface="Segoe UI" panose="020B0502040204020203" pitchFamily="34" charset="0"/>
              </a:rPr>
              <a:t>The SQL query calculated the average payload mass carried by the Falcon 9 v1.1 booster version. The result shows that F9 v1.1 missions transported an average payload of 2,928.4 kg, providing insight into the launch capabilities of this booster configuration.</a:t>
            </a:r>
          </a:p>
        </p:txBody>
      </p:sp>
      <p:sp>
        <p:nvSpPr>
          <p:cNvPr id="3" name="Title 1">
            <a:extLst>
              <a:ext uri="{FF2B5EF4-FFF2-40B4-BE49-F238E27FC236}">
                <a16:creationId xmlns:a16="http://schemas.microsoft.com/office/drawing/2014/main" id="{AFD52E17-48CB-4D60-BD56-71D197A29B38}"/>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Average Payload Mass by F9 v1.1</a:t>
            </a:r>
          </a:p>
        </p:txBody>
      </p:sp>
    </p:spTree>
    <p:extLst>
      <p:ext uri="{BB962C8B-B14F-4D97-AF65-F5344CB8AC3E}">
        <p14:creationId xmlns:p14="http://schemas.microsoft.com/office/powerpoint/2010/main" val="27355605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33</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lIns="91440" tIns="45720" rIns="91440" bIns="45720" anchor="t">
            <a:normAutofit/>
          </a:bodyPr>
          <a:lstStyle/>
          <a:p>
            <a:pPr fontAlgn="t"/>
            <a:r>
              <a:rPr lang="en-US" sz="1900" b="1" i="0" dirty="0">
                <a:effectLst/>
                <a:latin typeface="Abadi" panose="020B0604020104020204" pitchFamily="34" charset="0"/>
              </a:rPr>
              <a:t>Query Result</a:t>
            </a:r>
          </a:p>
          <a:p>
            <a:pPr marL="0" indent="0" fontAlgn="t">
              <a:buNone/>
            </a:pPr>
            <a:r>
              <a:rPr lang="en-US" sz="1900" i="0" dirty="0">
                <a:effectLst/>
                <a:latin typeface="Abadi" panose="020B0604020104020204" pitchFamily="34" charset="0"/>
              </a:rPr>
              <a:t>First Successful Ground Landing Date: 2015-12-22</a:t>
            </a:r>
          </a:p>
          <a:p>
            <a:pPr fontAlgn="t"/>
            <a:r>
              <a:rPr lang="en-US" sz="1900" b="1" i="0" dirty="0">
                <a:effectLst/>
                <a:latin typeface="Abadi" panose="020B0604020104020204" pitchFamily="34" charset="0"/>
              </a:rPr>
              <a:t>Short Explanation</a:t>
            </a:r>
          </a:p>
          <a:p>
            <a:pPr marL="0" indent="0" fontAlgn="t">
              <a:buNone/>
            </a:pPr>
            <a:r>
              <a:rPr lang="en-US" sz="1900" i="0" dirty="0">
                <a:effectLst/>
                <a:latin typeface="Abadi" panose="020B0604020104020204" pitchFamily="34" charset="0"/>
              </a:rPr>
              <a:t>The SQL query identified the first mission that achieved a successful landing on a ground pad. This milestone demonstrated SpaceX's progress in developing reusable rocket technology and paved the way for routine booster recovery.</a:t>
            </a:r>
          </a:p>
        </p:txBody>
      </p:sp>
      <p:sp>
        <p:nvSpPr>
          <p:cNvPr id="3" name="Title 1">
            <a:extLst>
              <a:ext uri="{FF2B5EF4-FFF2-40B4-BE49-F238E27FC236}">
                <a16:creationId xmlns:a16="http://schemas.microsoft.com/office/drawing/2014/main" id="{7F12CD3C-55B3-4129-817A-84D0B28F713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First Successful Ground Landing Date</a:t>
            </a:r>
          </a:p>
        </p:txBody>
      </p:sp>
    </p:spTree>
    <p:extLst>
      <p:ext uri="{BB962C8B-B14F-4D97-AF65-F5344CB8AC3E}">
        <p14:creationId xmlns:p14="http://schemas.microsoft.com/office/powerpoint/2010/main" val="14346799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34</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lIns="91440" tIns="45720" rIns="91440" bIns="45720" anchor="t">
            <a:normAutofit/>
          </a:bodyPr>
          <a:lstStyle/>
          <a:p>
            <a:pPr fontAlgn="t"/>
            <a:r>
              <a:rPr lang="en-US" sz="1900" b="1" i="0" dirty="0">
                <a:effectLst/>
                <a:latin typeface="Abadi" panose="020B0604020104020204" pitchFamily="34" charset="0"/>
              </a:rPr>
              <a:t>Query Result</a:t>
            </a:r>
          </a:p>
          <a:p>
            <a:pPr lvl="1" fontAlgn="t"/>
            <a:r>
              <a:rPr lang="en-US" sz="1900" dirty="0">
                <a:latin typeface="Abadi" panose="020B0604020104020204" pitchFamily="34" charset="0"/>
              </a:rPr>
              <a:t>F9 FT B1022</a:t>
            </a:r>
          </a:p>
          <a:p>
            <a:pPr lvl="1" fontAlgn="t"/>
            <a:r>
              <a:rPr lang="en-US" sz="1900" dirty="0">
                <a:latin typeface="Abadi" panose="020B0604020104020204" pitchFamily="34" charset="0"/>
              </a:rPr>
              <a:t>F9 FT B1026</a:t>
            </a:r>
          </a:p>
          <a:p>
            <a:pPr lvl="1" fontAlgn="t"/>
            <a:r>
              <a:rPr lang="en-US" sz="1900" dirty="0">
                <a:latin typeface="Abadi" panose="020B0604020104020204" pitchFamily="34" charset="0"/>
              </a:rPr>
              <a:t>F9 FT B1021.2</a:t>
            </a:r>
          </a:p>
          <a:p>
            <a:pPr lvl="1" fontAlgn="t"/>
            <a:r>
              <a:rPr lang="en-US" sz="1900" dirty="0">
                <a:latin typeface="Abadi" panose="020B0604020104020204" pitchFamily="34" charset="0"/>
              </a:rPr>
              <a:t>F9 FT B1031.2</a:t>
            </a:r>
          </a:p>
          <a:p>
            <a:pPr fontAlgn="t"/>
            <a:r>
              <a:rPr lang="en-US" sz="1900" b="1" i="0" dirty="0">
                <a:effectLst/>
                <a:latin typeface="Abadi" panose="020B0604020104020204" pitchFamily="34" charset="0"/>
              </a:rPr>
              <a:t>Short Explanation</a:t>
            </a:r>
          </a:p>
          <a:p>
            <a:pPr marL="0" indent="0" fontAlgn="t">
              <a:buNone/>
            </a:pPr>
            <a:r>
              <a:rPr lang="en-US" sz="1900" i="0" dirty="0">
                <a:effectLst/>
                <a:latin typeface="Abadi" panose="020B0604020104020204" pitchFamily="34" charset="0"/>
              </a:rPr>
              <a:t>The SQL query identified booster versions that successfully landed on a drone ship while carrying payloads between 4,000 kg and 6,000 kg. The results demonstrate Falcon 9's ability to recover boosters successfully even during medium-payload missions.</a:t>
            </a:r>
          </a:p>
        </p:txBody>
      </p:sp>
      <p:sp>
        <p:nvSpPr>
          <p:cNvPr id="8" name="Title 1">
            <a:extLst>
              <a:ext uri="{FF2B5EF4-FFF2-40B4-BE49-F238E27FC236}">
                <a16:creationId xmlns:a16="http://schemas.microsoft.com/office/drawing/2014/main" id="{952C2E9C-C6BE-40BD-A406-CFB441363CB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Successful Drone Ship Landing with Payload between 4000 and 6000</a:t>
            </a:r>
          </a:p>
        </p:txBody>
      </p:sp>
    </p:spTree>
    <p:extLst>
      <p:ext uri="{BB962C8B-B14F-4D97-AF65-F5344CB8AC3E}">
        <p14:creationId xmlns:p14="http://schemas.microsoft.com/office/powerpoint/2010/main" val="6393995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35</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Query Result</a:t>
            </a:r>
          </a:p>
          <a:p>
            <a:pPr lvl="1">
              <a:lnSpc>
                <a:spcPct val="100000"/>
              </a:lnSpc>
              <a:spcBef>
                <a:spcPts val="1400"/>
              </a:spcBef>
            </a:pPr>
            <a:r>
              <a:rPr lang="en-US" sz="1800" dirty="0">
                <a:solidFill>
                  <a:schemeClr val="accent3">
                    <a:lumMod val="25000"/>
                  </a:schemeClr>
                </a:solidFill>
                <a:latin typeface="Abadi" panose="020B0604020104020204" pitchFamily="34" charset="0"/>
              </a:rPr>
              <a:t>Successful Missions: 100</a:t>
            </a:r>
          </a:p>
          <a:p>
            <a:pPr lvl="1">
              <a:lnSpc>
                <a:spcPct val="100000"/>
              </a:lnSpc>
              <a:spcBef>
                <a:spcPts val="1400"/>
              </a:spcBef>
            </a:pPr>
            <a:r>
              <a:rPr lang="en-US" sz="1800" dirty="0">
                <a:solidFill>
                  <a:schemeClr val="accent3">
                    <a:lumMod val="25000"/>
                  </a:schemeClr>
                </a:solidFill>
                <a:latin typeface="Abadi" panose="020B0604020104020204" pitchFamily="34" charset="0"/>
              </a:rPr>
              <a:t>Failed Missions: 1</a:t>
            </a:r>
          </a:p>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Short Explanation</a:t>
            </a:r>
          </a:p>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The SQL query counted all mission outcomes in the dataset. The results show that successful missions significantly outnumbered failed missions, reflecting the continuous improvement and reliability of the Falcon 9 launch system.</a:t>
            </a:r>
          </a:p>
        </p:txBody>
      </p:sp>
      <p:sp>
        <p:nvSpPr>
          <p:cNvPr id="3" name="Title 1">
            <a:extLst>
              <a:ext uri="{FF2B5EF4-FFF2-40B4-BE49-F238E27FC236}">
                <a16:creationId xmlns:a16="http://schemas.microsoft.com/office/drawing/2014/main" id="{79B32320-42D4-49FA-8047-C080B444B3A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Total Number of Successful and Failure Mission Outcomes</a:t>
            </a:r>
          </a:p>
        </p:txBody>
      </p:sp>
    </p:spTree>
    <p:extLst>
      <p:ext uri="{BB962C8B-B14F-4D97-AF65-F5344CB8AC3E}">
        <p14:creationId xmlns:p14="http://schemas.microsoft.com/office/powerpoint/2010/main" val="17569726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36</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391478"/>
            <a:ext cx="10515601" cy="4785485"/>
          </a:xfrm>
          <a:prstGeom prst="rect">
            <a:avLst/>
          </a:prstGeom>
        </p:spPr>
        <p:txBody>
          <a:bodyPr>
            <a:normAutofit fontScale="32500" lnSpcReduction="20000"/>
          </a:bodyPr>
          <a:lstStyle/>
          <a:p>
            <a:pPr marL="0" indent="0">
              <a:lnSpc>
                <a:spcPct val="100000"/>
              </a:lnSpc>
              <a:spcBef>
                <a:spcPts val="1400"/>
              </a:spcBef>
              <a:buNone/>
            </a:pPr>
            <a:r>
              <a:rPr lang="en-US" sz="4900" dirty="0">
                <a:solidFill>
                  <a:schemeClr val="accent3">
                    <a:lumMod val="25000"/>
                  </a:schemeClr>
                </a:solidFill>
                <a:latin typeface="Abadi" panose="020B0604020104020204" pitchFamily="34" charset="0"/>
              </a:rPr>
              <a:t>Query Result</a:t>
            </a:r>
          </a:p>
          <a:p>
            <a:pPr>
              <a:lnSpc>
                <a:spcPct val="100000"/>
              </a:lnSpc>
              <a:spcBef>
                <a:spcPts val="1400"/>
              </a:spcBef>
            </a:pPr>
            <a:r>
              <a:rPr lang="en-US" sz="2200" dirty="0">
                <a:solidFill>
                  <a:schemeClr val="accent3">
                    <a:lumMod val="25000"/>
                  </a:schemeClr>
                </a:solidFill>
                <a:latin typeface="Abadi" panose="020B0604020104020204" pitchFamily="34" charset="0"/>
              </a:rPr>
              <a:t>F9 B5 B1048.4</a:t>
            </a:r>
          </a:p>
          <a:p>
            <a:pPr>
              <a:lnSpc>
                <a:spcPct val="100000"/>
              </a:lnSpc>
              <a:spcBef>
                <a:spcPts val="1400"/>
              </a:spcBef>
            </a:pPr>
            <a:r>
              <a:rPr lang="en-US" sz="2200" dirty="0">
                <a:solidFill>
                  <a:schemeClr val="accent3">
                    <a:lumMod val="25000"/>
                  </a:schemeClr>
                </a:solidFill>
                <a:latin typeface="Abadi" panose="020B0604020104020204" pitchFamily="34" charset="0"/>
              </a:rPr>
              <a:t>F9 B5 B1049.4</a:t>
            </a:r>
          </a:p>
          <a:p>
            <a:pPr>
              <a:lnSpc>
                <a:spcPct val="100000"/>
              </a:lnSpc>
              <a:spcBef>
                <a:spcPts val="1400"/>
              </a:spcBef>
            </a:pPr>
            <a:r>
              <a:rPr lang="en-US" sz="2200" dirty="0">
                <a:solidFill>
                  <a:schemeClr val="accent3">
                    <a:lumMod val="25000"/>
                  </a:schemeClr>
                </a:solidFill>
                <a:latin typeface="Abadi" panose="020B0604020104020204" pitchFamily="34" charset="0"/>
              </a:rPr>
              <a:t>F9 B5 B1051.3</a:t>
            </a:r>
          </a:p>
          <a:p>
            <a:pPr>
              <a:lnSpc>
                <a:spcPct val="100000"/>
              </a:lnSpc>
              <a:spcBef>
                <a:spcPts val="1400"/>
              </a:spcBef>
            </a:pPr>
            <a:r>
              <a:rPr lang="en-US" sz="2200" dirty="0">
                <a:solidFill>
                  <a:schemeClr val="accent3">
                    <a:lumMod val="25000"/>
                  </a:schemeClr>
                </a:solidFill>
                <a:latin typeface="Abadi" panose="020B0604020104020204" pitchFamily="34" charset="0"/>
              </a:rPr>
              <a:t>F9 B5 B1056.4</a:t>
            </a:r>
          </a:p>
          <a:p>
            <a:pPr>
              <a:lnSpc>
                <a:spcPct val="100000"/>
              </a:lnSpc>
              <a:spcBef>
                <a:spcPts val="1400"/>
              </a:spcBef>
            </a:pPr>
            <a:r>
              <a:rPr lang="en-US" sz="2200" dirty="0">
                <a:solidFill>
                  <a:schemeClr val="accent3">
                    <a:lumMod val="25000"/>
                  </a:schemeClr>
                </a:solidFill>
                <a:latin typeface="Abadi" panose="020B0604020104020204" pitchFamily="34" charset="0"/>
              </a:rPr>
              <a:t>F9 B5 B1048.5</a:t>
            </a:r>
          </a:p>
          <a:p>
            <a:pPr>
              <a:lnSpc>
                <a:spcPct val="100000"/>
              </a:lnSpc>
              <a:spcBef>
                <a:spcPts val="1400"/>
              </a:spcBef>
            </a:pPr>
            <a:r>
              <a:rPr lang="en-US" sz="2200" dirty="0">
                <a:solidFill>
                  <a:schemeClr val="accent3">
                    <a:lumMod val="25000"/>
                  </a:schemeClr>
                </a:solidFill>
                <a:latin typeface="Abadi" panose="020B0604020104020204" pitchFamily="34" charset="0"/>
              </a:rPr>
              <a:t>F9 B5 B1051.4</a:t>
            </a:r>
          </a:p>
          <a:p>
            <a:pPr>
              <a:lnSpc>
                <a:spcPct val="100000"/>
              </a:lnSpc>
              <a:spcBef>
                <a:spcPts val="1400"/>
              </a:spcBef>
            </a:pPr>
            <a:r>
              <a:rPr lang="en-US" sz="2200" dirty="0">
                <a:solidFill>
                  <a:schemeClr val="accent3">
                    <a:lumMod val="25000"/>
                  </a:schemeClr>
                </a:solidFill>
                <a:latin typeface="Abadi" panose="020B0604020104020204" pitchFamily="34" charset="0"/>
              </a:rPr>
              <a:t>F9 B5 B1049.5</a:t>
            </a:r>
          </a:p>
          <a:p>
            <a:pPr>
              <a:lnSpc>
                <a:spcPct val="100000"/>
              </a:lnSpc>
              <a:spcBef>
                <a:spcPts val="1400"/>
              </a:spcBef>
            </a:pPr>
            <a:r>
              <a:rPr lang="en-US" sz="2200" dirty="0">
                <a:solidFill>
                  <a:schemeClr val="accent3">
                    <a:lumMod val="25000"/>
                  </a:schemeClr>
                </a:solidFill>
                <a:latin typeface="Abadi" panose="020B0604020104020204" pitchFamily="34" charset="0"/>
              </a:rPr>
              <a:t>F9 B5 B1060.2</a:t>
            </a:r>
          </a:p>
          <a:p>
            <a:pPr>
              <a:lnSpc>
                <a:spcPct val="100000"/>
              </a:lnSpc>
              <a:spcBef>
                <a:spcPts val="1400"/>
              </a:spcBef>
            </a:pPr>
            <a:r>
              <a:rPr lang="en-US" sz="2200" dirty="0">
                <a:solidFill>
                  <a:schemeClr val="accent3">
                    <a:lumMod val="25000"/>
                  </a:schemeClr>
                </a:solidFill>
                <a:latin typeface="Abadi" panose="020B0604020104020204" pitchFamily="34" charset="0"/>
              </a:rPr>
              <a:t>F9 B5 B1058.3</a:t>
            </a:r>
          </a:p>
          <a:p>
            <a:pPr>
              <a:lnSpc>
                <a:spcPct val="100000"/>
              </a:lnSpc>
              <a:spcBef>
                <a:spcPts val="1400"/>
              </a:spcBef>
            </a:pPr>
            <a:r>
              <a:rPr lang="en-US" sz="2200" dirty="0">
                <a:solidFill>
                  <a:schemeClr val="accent3">
                    <a:lumMod val="25000"/>
                  </a:schemeClr>
                </a:solidFill>
                <a:latin typeface="Abadi" panose="020B0604020104020204" pitchFamily="34" charset="0"/>
              </a:rPr>
              <a:t>F9 B5 B1051.6</a:t>
            </a:r>
          </a:p>
          <a:p>
            <a:pPr>
              <a:lnSpc>
                <a:spcPct val="100000"/>
              </a:lnSpc>
              <a:spcBef>
                <a:spcPts val="1400"/>
              </a:spcBef>
            </a:pPr>
            <a:r>
              <a:rPr lang="en-US" sz="2200" dirty="0">
                <a:solidFill>
                  <a:schemeClr val="accent3">
                    <a:lumMod val="25000"/>
                  </a:schemeClr>
                </a:solidFill>
                <a:latin typeface="Abadi" panose="020B0604020104020204" pitchFamily="34" charset="0"/>
              </a:rPr>
              <a:t>F9 B5 B1060.3</a:t>
            </a:r>
          </a:p>
          <a:p>
            <a:pPr>
              <a:lnSpc>
                <a:spcPct val="100000"/>
              </a:lnSpc>
              <a:spcBef>
                <a:spcPts val="1400"/>
              </a:spcBef>
            </a:pPr>
            <a:r>
              <a:rPr lang="en-US" sz="2200" dirty="0">
                <a:solidFill>
                  <a:schemeClr val="accent3">
                    <a:lumMod val="25000"/>
                  </a:schemeClr>
                </a:solidFill>
                <a:latin typeface="Abadi" panose="020B0604020104020204" pitchFamily="34" charset="0"/>
              </a:rPr>
              <a:t>F9 B5 B1049.7</a:t>
            </a:r>
          </a:p>
          <a:p>
            <a:pPr marL="0" indent="0">
              <a:lnSpc>
                <a:spcPct val="100000"/>
              </a:lnSpc>
              <a:spcBef>
                <a:spcPts val="1400"/>
              </a:spcBef>
              <a:buNone/>
            </a:pPr>
            <a:r>
              <a:rPr lang="en-US" sz="4900" dirty="0">
                <a:solidFill>
                  <a:schemeClr val="accent3">
                    <a:lumMod val="25000"/>
                  </a:schemeClr>
                </a:solidFill>
                <a:latin typeface="Abadi" panose="020B0604020104020204" pitchFamily="34" charset="0"/>
              </a:rPr>
              <a:t>Short Explanation</a:t>
            </a:r>
          </a:p>
          <a:p>
            <a:pPr marL="0" indent="0">
              <a:lnSpc>
                <a:spcPct val="100000"/>
              </a:lnSpc>
              <a:spcBef>
                <a:spcPts val="1400"/>
              </a:spcBef>
              <a:buNone/>
            </a:pPr>
            <a:r>
              <a:rPr lang="en-US" sz="4900" dirty="0">
                <a:solidFill>
                  <a:schemeClr val="accent3">
                    <a:lumMod val="25000"/>
                  </a:schemeClr>
                </a:solidFill>
                <a:latin typeface="Abadi" panose="020B0604020104020204" pitchFamily="34" charset="0"/>
              </a:rPr>
              <a:t>The SQL query identified the Falcon 9 Block 5 boosters that carried the maximum payload mass recorded in the dataset. Multiple booster cores achieved this payload capacity, demonstrating the high performance and operational reliability of the Falcon 9 Block 5 generation.</a:t>
            </a:r>
          </a:p>
        </p:txBody>
      </p:sp>
      <p:sp>
        <p:nvSpPr>
          <p:cNvPr id="3" name="Title 1">
            <a:extLst>
              <a:ext uri="{FF2B5EF4-FFF2-40B4-BE49-F238E27FC236}">
                <a16:creationId xmlns:a16="http://schemas.microsoft.com/office/drawing/2014/main" id="{2A7EB98F-A25F-4357-9775-478FC17F7F83}"/>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Boosters Carried Maximum Payload</a:t>
            </a:r>
          </a:p>
        </p:txBody>
      </p:sp>
    </p:spTree>
    <p:extLst>
      <p:ext uri="{BB962C8B-B14F-4D97-AF65-F5344CB8AC3E}">
        <p14:creationId xmlns:p14="http://schemas.microsoft.com/office/powerpoint/2010/main" val="35666463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37</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1" y="3707296"/>
            <a:ext cx="9745589" cy="2212250"/>
          </a:xfrm>
          <a:prstGeom prst="rect">
            <a:avLst/>
          </a:prstGeom>
        </p:spPr>
        <p:txBody>
          <a:bodyPr lIns="91440" tIns="45720" rIns="91440" bIns="45720" anchor="t">
            <a:normAutofit/>
          </a:bodyPr>
          <a:lstStyle/>
          <a:p>
            <a:pPr marL="0" indent="0">
              <a:lnSpc>
                <a:spcPct val="100000"/>
              </a:lnSpc>
              <a:spcBef>
                <a:spcPts val="1400"/>
              </a:spcBef>
              <a:buNone/>
            </a:pPr>
            <a:r>
              <a:rPr lang="en-US" sz="2200" dirty="0">
                <a:solidFill>
                  <a:schemeClr val="accent3">
                    <a:lumMod val="25000"/>
                  </a:schemeClr>
                </a:solidFill>
                <a:latin typeface="Abadi"/>
              </a:rPr>
              <a:t>Short Explanation</a:t>
            </a:r>
          </a:p>
          <a:p>
            <a:pPr marL="0" indent="0">
              <a:lnSpc>
                <a:spcPct val="100000"/>
              </a:lnSpc>
              <a:spcBef>
                <a:spcPts val="1400"/>
              </a:spcBef>
              <a:buNone/>
            </a:pPr>
            <a:r>
              <a:rPr lang="en-US" sz="2200" dirty="0">
                <a:solidFill>
                  <a:schemeClr val="accent3">
                    <a:lumMod val="25000"/>
                  </a:schemeClr>
                </a:solidFill>
                <a:latin typeface="Abadi"/>
              </a:rPr>
              <a:t>The SQL query identified all failed drone ship landing attempts in 2015. Two Falcon 9 v1.1 missions failed to land successfully on the drone ship, both launched from CCAFS LC-40. These early failures provided valuable experience that helped SpaceX improve its booster recovery technology in later missions.</a:t>
            </a:r>
            <a:endParaRPr lang="en-US" dirty="0">
              <a:solidFill>
                <a:schemeClr val="accent3">
                  <a:lumMod val="25000"/>
                </a:schemeClr>
              </a:solidFill>
              <a:latin typeface="Abadi"/>
            </a:endParaRPr>
          </a:p>
        </p:txBody>
      </p:sp>
      <p:sp>
        <p:nvSpPr>
          <p:cNvPr id="3" name="Title 1">
            <a:extLst>
              <a:ext uri="{FF2B5EF4-FFF2-40B4-BE49-F238E27FC236}">
                <a16:creationId xmlns:a16="http://schemas.microsoft.com/office/drawing/2014/main" id="{964DA114-677C-40D8-8FFA-43531834CFB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2015 Launch Records</a:t>
            </a:r>
          </a:p>
        </p:txBody>
      </p:sp>
      <p:graphicFrame>
        <p:nvGraphicFramePr>
          <p:cNvPr id="6" name="Tabelle 5">
            <a:extLst>
              <a:ext uri="{FF2B5EF4-FFF2-40B4-BE49-F238E27FC236}">
                <a16:creationId xmlns:a16="http://schemas.microsoft.com/office/drawing/2014/main" id="{9DD61A79-8CFA-45B6-9A9E-494F0D586E99}"/>
              </a:ext>
            </a:extLst>
          </p:cNvPr>
          <p:cNvGraphicFramePr>
            <a:graphicFrameLocks noGrp="1"/>
          </p:cNvGraphicFramePr>
          <p:nvPr>
            <p:extLst>
              <p:ext uri="{D42A27DB-BD31-4B8C-83A1-F6EECF244321}">
                <p14:modId xmlns:p14="http://schemas.microsoft.com/office/powerpoint/2010/main" val="2773472818"/>
              </p:ext>
            </p:extLst>
          </p:nvPr>
        </p:nvGraphicFramePr>
        <p:xfrm>
          <a:off x="770011" y="1528668"/>
          <a:ext cx="10515600" cy="1463040"/>
        </p:xfrm>
        <a:graphic>
          <a:graphicData uri="http://schemas.openxmlformats.org/drawingml/2006/table">
            <a:tbl>
              <a:tblPr/>
              <a:tblGrid>
                <a:gridCol w="2628900">
                  <a:extLst>
                    <a:ext uri="{9D8B030D-6E8A-4147-A177-3AD203B41FA5}">
                      <a16:colId xmlns:a16="http://schemas.microsoft.com/office/drawing/2014/main" val="2633913505"/>
                    </a:ext>
                  </a:extLst>
                </a:gridCol>
                <a:gridCol w="2628900">
                  <a:extLst>
                    <a:ext uri="{9D8B030D-6E8A-4147-A177-3AD203B41FA5}">
                      <a16:colId xmlns:a16="http://schemas.microsoft.com/office/drawing/2014/main" val="372585624"/>
                    </a:ext>
                  </a:extLst>
                </a:gridCol>
                <a:gridCol w="2628900">
                  <a:extLst>
                    <a:ext uri="{9D8B030D-6E8A-4147-A177-3AD203B41FA5}">
                      <a16:colId xmlns:a16="http://schemas.microsoft.com/office/drawing/2014/main" val="1147830540"/>
                    </a:ext>
                  </a:extLst>
                </a:gridCol>
                <a:gridCol w="2628900">
                  <a:extLst>
                    <a:ext uri="{9D8B030D-6E8A-4147-A177-3AD203B41FA5}">
                      <a16:colId xmlns:a16="http://schemas.microsoft.com/office/drawing/2014/main" val="1385159972"/>
                    </a:ext>
                  </a:extLst>
                </a:gridCol>
              </a:tblGrid>
              <a:tr h="0">
                <a:tc>
                  <a:txBody>
                    <a:bodyPr/>
                    <a:lstStyle/>
                    <a:p>
                      <a:pPr fontAlgn="t"/>
                      <a:r>
                        <a:rPr lang="en-US" b="1" i="0" dirty="0">
                          <a:effectLst/>
                          <a:latin typeface="Segoe UI" panose="020B0502040204020203" pitchFamily="34" charset="0"/>
                        </a:rPr>
                        <a:t>Query Result</a:t>
                      </a:r>
                    </a:p>
                  </a:txBody>
                  <a:tcP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endParaRPr lang="en-US"/>
                    </a:p>
                  </a:txBody>
                  <a:tcPr>
                    <a:lnL w="9525" cap="flat" cmpd="sng" algn="ctr">
                      <a:solidFill>
                        <a:srgbClr val="E6E6E6"/>
                      </a:solidFill>
                      <a:prstDash val="solid"/>
                      <a:round/>
                      <a:headEnd type="none" w="med" len="med"/>
                      <a:tailEnd type="none" w="med" len="med"/>
                    </a:lnL>
                    <a:lnB w="9525" cap="flat" cmpd="sng" algn="ctr">
                      <a:solidFill>
                        <a:srgbClr val="E6E6E6"/>
                      </a:solidFill>
                      <a:prstDash val="solid"/>
                      <a:round/>
                      <a:headEnd type="none" w="med" len="med"/>
                      <a:tailEnd type="none" w="med" len="med"/>
                    </a:lnB>
                  </a:tcPr>
                </a:tc>
                <a:tc>
                  <a:txBody>
                    <a:bodyPr/>
                    <a:lstStyle/>
                    <a:p>
                      <a:endParaRPr lang="en-US"/>
                    </a:p>
                  </a:txBody>
                  <a:tcPr>
                    <a:lnB w="9525" cap="flat" cmpd="sng" algn="ctr">
                      <a:solidFill>
                        <a:srgbClr val="E6E6E6"/>
                      </a:solidFill>
                      <a:prstDash val="solid"/>
                      <a:round/>
                      <a:headEnd type="none" w="med" len="med"/>
                      <a:tailEnd type="none" w="med" len="med"/>
                    </a:lnB>
                  </a:tcPr>
                </a:tc>
                <a:tc>
                  <a:txBody>
                    <a:bodyPr/>
                    <a:lstStyle/>
                    <a:p>
                      <a:endParaRPr lang="en-US"/>
                    </a:p>
                  </a:txBody>
                  <a:tcPr>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2288864255"/>
                  </a:ext>
                </a:extLst>
              </a:tr>
              <a:tr h="0">
                <a:tc>
                  <a:txBody>
                    <a:bodyPr/>
                    <a:lstStyle/>
                    <a:p>
                      <a:r>
                        <a:rPr lang="en-US" dirty="0">
                          <a:effectLst/>
                        </a:rPr>
                        <a:t>Month</a:t>
                      </a:r>
                    </a:p>
                  </a:txBody>
                  <a:tcPr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r>
                        <a:rPr lang="en-US" dirty="0">
                          <a:effectLst/>
                        </a:rPr>
                        <a:t>Landing Outcome</a:t>
                      </a:r>
                    </a:p>
                  </a:txBody>
                  <a:tcPr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r>
                        <a:rPr lang="en-US">
                          <a:effectLst/>
                        </a:rPr>
                        <a:t>Booster Version</a:t>
                      </a:r>
                    </a:p>
                  </a:txBody>
                  <a:tcPr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r>
                        <a:rPr lang="en-US">
                          <a:effectLst/>
                        </a:rPr>
                        <a:t>Launch Site</a:t>
                      </a:r>
                    </a:p>
                  </a:txBody>
                  <a:tcPr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115059830"/>
                  </a:ext>
                </a:extLst>
              </a:tr>
              <a:tr h="0">
                <a:tc>
                  <a:txBody>
                    <a:bodyPr/>
                    <a:lstStyle/>
                    <a:p>
                      <a:r>
                        <a:rPr lang="en-US">
                          <a:effectLst/>
                        </a:rPr>
                        <a:t>January</a:t>
                      </a:r>
                    </a:p>
                  </a:txBody>
                  <a:tcPr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r>
                        <a:rPr lang="en-US" dirty="0">
                          <a:effectLst/>
                        </a:rPr>
                        <a:t>Failure (drone ship)</a:t>
                      </a:r>
                    </a:p>
                  </a:txBody>
                  <a:tcPr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r>
                        <a:rPr lang="en-US">
                          <a:effectLst/>
                        </a:rPr>
                        <a:t>F9 v1.1 B1012</a:t>
                      </a:r>
                    </a:p>
                  </a:txBody>
                  <a:tcPr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r>
                        <a:rPr lang="en-US">
                          <a:effectLst/>
                        </a:rPr>
                        <a:t>CCAFS LC-40</a:t>
                      </a:r>
                    </a:p>
                  </a:txBody>
                  <a:tcPr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173677009"/>
                  </a:ext>
                </a:extLst>
              </a:tr>
              <a:tr h="0">
                <a:tc>
                  <a:txBody>
                    <a:bodyPr/>
                    <a:lstStyle/>
                    <a:p>
                      <a:r>
                        <a:rPr lang="en-US">
                          <a:effectLst/>
                        </a:rPr>
                        <a:t>April</a:t>
                      </a:r>
                    </a:p>
                  </a:txBody>
                  <a:tcPr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r>
                        <a:rPr lang="en-US">
                          <a:effectLst/>
                        </a:rPr>
                        <a:t>Failure (drone ship)</a:t>
                      </a:r>
                    </a:p>
                  </a:txBody>
                  <a:tcPr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r>
                        <a:rPr lang="en-US">
                          <a:effectLst/>
                        </a:rPr>
                        <a:t>F9 v1.1 B1015</a:t>
                      </a:r>
                    </a:p>
                  </a:txBody>
                  <a:tcPr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r>
                        <a:rPr lang="en-US" dirty="0">
                          <a:effectLst/>
                        </a:rPr>
                        <a:t>CCAFS LC-40</a:t>
                      </a:r>
                    </a:p>
                  </a:txBody>
                  <a:tcPr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60339147"/>
                  </a:ext>
                </a:extLst>
              </a:tr>
            </a:tbl>
          </a:graphicData>
        </a:graphic>
      </p:graphicFrame>
    </p:spTree>
    <p:extLst>
      <p:ext uri="{BB962C8B-B14F-4D97-AF65-F5344CB8AC3E}">
        <p14:creationId xmlns:p14="http://schemas.microsoft.com/office/powerpoint/2010/main" val="13984391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38</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6096001" y="1565438"/>
            <a:ext cx="5235996" cy="3622787"/>
          </a:xfrm>
          <a:prstGeom prst="rect">
            <a:avLst/>
          </a:prstGeom>
        </p:spPr>
        <p:txBody>
          <a:bodyPr lIns="91440" tIns="45720" rIns="91440" bIns="45720" anchor="t"/>
          <a:lstStyle/>
          <a:p>
            <a:pPr marL="0" indent="0">
              <a:lnSpc>
                <a:spcPct val="100000"/>
              </a:lnSpc>
              <a:spcBef>
                <a:spcPts val="1400"/>
              </a:spcBef>
              <a:buNone/>
            </a:pPr>
            <a:r>
              <a:rPr lang="en-US" sz="1900" dirty="0">
                <a:solidFill>
                  <a:schemeClr val="accent3">
                    <a:lumMod val="25000"/>
                  </a:schemeClr>
                </a:solidFill>
                <a:latin typeface="Abadi"/>
              </a:rPr>
              <a:t>Short Explanation</a:t>
            </a:r>
          </a:p>
          <a:p>
            <a:pPr marL="0" indent="0">
              <a:lnSpc>
                <a:spcPct val="100000"/>
              </a:lnSpc>
              <a:spcBef>
                <a:spcPts val="1400"/>
              </a:spcBef>
              <a:buNone/>
            </a:pPr>
            <a:r>
              <a:rPr lang="en-US" sz="1900" dirty="0">
                <a:solidFill>
                  <a:schemeClr val="accent3">
                    <a:lumMod val="25000"/>
                  </a:schemeClr>
                </a:solidFill>
                <a:latin typeface="Abadi"/>
              </a:rPr>
              <a:t>The landing outcomes were ranked by frequency between 2010 and 2017. "No attempt" was the most common outcome with 10 missions. Both successful and failed drone ship landings occurred 5 times, reflecting SpaceX's early efforts to develop reusable booster technology. Successful ground pad landings and controlled ocean landings became more frequent as recovery capabilities improved.</a:t>
            </a:r>
            <a:endParaRPr lang="en-US" sz="1900" dirty="0">
              <a:solidFill>
                <a:schemeClr val="accent3">
                  <a:lumMod val="25000"/>
                </a:schemeClr>
              </a:solidFill>
              <a:latin typeface="Abadi" panose="020B0604020104020204" pitchFamily="34" charset="0"/>
            </a:endParaRPr>
          </a:p>
        </p:txBody>
      </p:sp>
      <p:sp>
        <p:nvSpPr>
          <p:cNvPr id="3" name="Title 1">
            <a:extLst>
              <a:ext uri="{FF2B5EF4-FFF2-40B4-BE49-F238E27FC236}">
                <a16:creationId xmlns:a16="http://schemas.microsoft.com/office/drawing/2014/main" id="{04523243-E4D6-45EC-97C8-D44398FB7417}"/>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Rank Landing Outcomes Between 2010-06-04 and 2017-03-20</a:t>
            </a:r>
          </a:p>
        </p:txBody>
      </p:sp>
      <p:pic>
        <p:nvPicPr>
          <p:cNvPr id="6" name="Grafik 5">
            <a:extLst>
              <a:ext uri="{FF2B5EF4-FFF2-40B4-BE49-F238E27FC236}">
                <a16:creationId xmlns:a16="http://schemas.microsoft.com/office/drawing/2014/main" id="{2678915B-9C1D-476B-B537-A1057F75F1F6}"/>
              </a:ext>
            </a:extLst>
          </p:cNvPr>
          <p:cNvPicPr>
            <a:picLocks noChangeAspect="1"/>
          </p:cNvPicPr>
          <p:nvPr/>
        </p:nvPicPr>
        <p:blipFill>
          <a:blip r:embed="rId3"/>
          <a:stretch>
            <a:fillRect/>
          </a:stretch>
        </p:blipFill>
        <p:spPr>
          <a:xfrm>
            <a:off x="841659" y="1575376"/>
            <a:ext cx="5150231" cy="3612849"/>
          </a:xfrm>
          <a:prstGeom prst="rect">
            <a:avLst/>
          </a:prstGeom>
        </p:spPr>
      </p:pic>
    </p:spTree>
    <p:extLst>
      <p:ext uri="{BB962C8B-B14F-4D97-AF65-F5344CB8AC3E}">
        <p14:creationId xmlns:p14="http://schemas.microsoft.com/office/powerpoint/2010/main" val="39751684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B25EC16-0638-FF41-B7CF-E42224EF7FA1}"/>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3</a:t>
            </a:r>
          </a:p>
        </p:txBody>
      </p:sp>
    </p:spTree>
    <p:extLst>
      <p:ext uri="{BB962C8B-B14F-4D97-AF65-F5344CB8AC3E}">
        <p14:creationId xmlns:p14="http://schemas.microsoft.com/office/powerpoint/2010/main" val="10233524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40</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70010" y="1825625"/>
            <a:ext cx="4318825" cy="4351338"/>
          </a:xfrm>
          <a:prstGeom prst="rect">
            <a:avLst/>
          </a:prstGeom>
        </p:spPr>
        <p:txBody>
          <a:bodyPr lIns="91440" tIns="45720" rIns="91440" bIns="45720" anchor="t">
            <a:normAutofit/>
          </a:bodyPr>
          <a:lstStyle/>
          <a:p>
            <a:pPr marL="0" indent="0">
              <a:lnSpc>
                <a:spcPct val="100000"/>
              </a:lnSpc>
              <a:spcBef>
                <a:spcPts val="1400"/>
              </a:spcBef>
              <a:buNone/>
            </a:pPr>
            <a:r>
              <a:rPr lang="en-US" sz="2200" dirty="0">
                <a:solidFill>
                  <a:schemeClr val="accent3">
                    <a:lumMod val="25000"/>
                  </a:schemeClr>
                </a:solidFill>
                <a:latin typeface="Abadi"/>
              </a:rPr>
              <a:t>The Folium map visualizes all SpaceX launch sites using location markers. The map shows that SpaceX primarily operates from Florida launch facilities, while VAFB SLC-4E supports specialized missions from the west coast. The geographic distribution of launch sites enables flexibility for different launch trajectories and mission objectives.</a:t>
            </a:r>
            <a:endParaRPr lang="en-US" dirty="0"/>
          </a:p>
        </p:txBody>
      </p:sp>
      <p:sp>
        <p:nvSpPr>
          <p:cNvPr id="2" name="Title 1">
            <a:extLst>
              <a:ext uri="{FF2B5EF4-FFF2-40B4-BE49-F238E27FC236}">
                <a16:creationId xmlns:a16="http://schemas.microsoft.com/office/drawing/2014/main" id="{54176327-8CC4-4356-8BBB-DC4965CE9857}"/>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Global Distribution of SpaceX Launch Sites</a:t>
            </a:r>
          </a:p>
        </p:txBody>
      </p:sp>
      <p:pic>
        <p:nvPicPr>
          <p:cNvPr id="7" name="Grafik 6">
            <a:extLst>
              <a:ext uri="{FF2B5EF4-FFF2-40B4-BE49-F238E27FC236}">
                <a16:creationId xmlns:a16="http://schemas.microsoft.com/office/drawing/2014/main" id="{05BACAC4-AC97-4A02-A574-9D983C0E0B17}"/>
              </a:ext>
            </a:extLst>
          </p:cNvPr>
          <p:cNvPicPr>
            <a:picLocks noChangeAspect="1"/>
          </p:cNvPicPr>
          <p:nvPr/>
        </p:nvPicPr>
        <p:blipFill>
          <a:blip r:embed="rId3"/>
          <a:stretch>
            <a:fillRect/>
          </a:stretch>
        </p:blipFill>
        <p:spPr>
          <a:xfrm>
            <a:off x="5526508" y="1650250"/>
            <a:ext cx="5931464" cy="3031079"/>
          </a:xfrm>
          <a:prstGeom prst="rect">
            <a:avLst/>
          </a:prstGeom>
        </p:spPr>
      </p:pic>
    </p:spTree>
    <p:extLst>
      <p:ext uri="{BB962C8B-B14F-4D97-AF65-F5344CB8AC3E}">
        <p14:creationId xmlns:p14="http://schemas.microsoft.com/office/powerpoint/2010/main" val="9816717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41</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70010" y="1825625"/>
            <a:ext cx="4706451" cy="4351338"/>
          </a:xfrm>
          <a:prstGeom prst="rect">
            <a:avLst/>
          </a:prstGeom>
        </p:spPr>
        <p:txBody>
          <a:bodyPr lIns="91440" tIns="45720" rIns="91440" bIns="45720" anchor="t">
            <a:normAutofit/>
          </a:bodyPr>
          <a:lstStyle/>
          <a:p>
            <a:pPr marL="0" indent="0">
              <a:lnSpc>
                <a:spcPct val="100000"/>
              </a:lnSpc>
              <a:spcBef>
                <a:spcPts val="1400"/>
              </a:spcBef>
              <a:buNone/>
            </a:pPr>
            <a:r>
              <a:rPr lang="en-US" sz="2200" dirty="0">
                <a:solidFill>
                  <a:schemeClr val="accent3">
                    <a:lumMod val="25000"/>
                  </a:schemeClr>
                </a:solidFill>
                <a:latin typeface="Abadi"/>
                <a:ea typeface="+mn-lt"/>
                <a:cs typeface="+mn-lt"/>
              </a:rPr>
              <a:t>The Folium map uses color-coded markers to visualize launch outcomes. Green markers indicate successful landings, while red markers indicate failures. The distribution of colors shows that successful recoveries became increasingly common as SpaceX improved its booster landing technology.</a:t>
            </a:r>
            <a:endParaRPr lang="en-US" dirty="0">
              <a:solidFill>
                <a:schemeClr val="accent3">
                  <a:lumMod val="25000"/>
                </a:schemeClr>
              </a:solidFill>
            </a:endParaRPr>
          </a:p>
        </p:txBody>
      </p:sp>
      <p:sp>
        <p:nvSpPr>
          <p:cNvPr id="8" name="Title 1">
            <a:extLst>
              <a:ext uri="{FF2B5EF4-FFF2-40B4-BE49-F238E27FC236}">
                <a16:creationId xmlns:a16="http://schemas.microsoft.com/office/drawing/2014/main" id="{2E0ECA32-E146-40DA-85CD-9677244BC3E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Outcomes Visualization on Folium Map</a:t>
            </a:r>
          </a:p>
        </p:txBody>
      </p:sp>
      <p:pic>
        <p:nvPicPr>
          <p:cNvPr id="6" name="Grafik 5">
            <a:extLst>
              <a:ext uri="{FF2B5EF4-FFF2-40B4-BE49-F238E27FC236}">
                <a16:creationId xmlns:a16="http://schemas.microsoft.com/office/drawing/2014/main" id="{862416B7-5723-4DDA-AE0F-113B95E97D21}"/>
              </a:ext>
            </a:extLst>
          </p:cNvPr>
          <p:cNvPicPr>
            <a:picLocks noChangeAspect="1"/>
          </p:cNvPicPr>
          <p:nvPr/>
        </p:nvPicPr>
        <p:blipFill>
          <a:blip r:embed="rId3"/>
          <a:stretch>
            <a:fillRect/>
          </a:stretch>
        </p:blipFill>
        <p:spPr>
          <a:xfrm>
            <a:off x="6554618" y="1608695"/>
            <a:ext cx="4298912" cy="2097662"/>
          </a:xfrm>
          <a:prstGeom prst="rect">
            <a:avLst/>
          </a:prstGeom>
        </p:spPr>
      </p:pic>
      <p:pic>
        <p:nvPicPr>
          <p:cNvPr id="9" name="Grafik 8">
            <a:extLst>
              <a:ext uri="{FF2B5EF4-FFF2-40B4-BE49-F238E27FC236}">
                <a16:creationId xmlns:a16="http://schemas.microsoft.com/office/drawing/2014/main" id="{8FFBBABF-1EC8-4F76-BF96-BAE2E0A8B26B}"/>
              </a:ext>
            </a:extLst>
          </p:cNvPr>
          <p:cNvPicPr>
            <a:picLocks noChangeAspect="1"/>
          </p:cNvPicPr>
          <p:nvPr/>
        </p:nvPicPr>
        <p:blipFill>
          <a:blip r:embed="rId4"/>
          <a:stretch>
            <a:fillRect/>
          </a:stretch>
        </p:blipFill>
        <p:spPr>
          <a:xfrm>
            <a:off x="6554617" y="3706357"/>
            <a:ext cx="4382439" cy="2466985"/>
          </a:xfrm>
          <a:prstGeom prst="rect">
            <a:avLst/>
          </a:prstGeom>
        </p:spPr>
      </p:pic>
    </p:spTree>
    <p:extLst>
      <p:ext uri="{BB962C8B-B14F-4D97-AF65-F5344CB8AC3E}">
        <p14:creationId xmlns:p14="http://schemas.microsoft.com/office/powerpoint/2010/main" val="2395978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42</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70010" y="1690688"/>
            <a:ext cx="5670547" cy="4314825"/>
          </a:xfrm>
          <a:prstGeom prst="rect">
            <a:avLst/>
          </a:prstGeom>
        </p:spPr>
        <p:txBody>
          <a:bodyPr lIns="91440" tIns="45720" rIns="91440" bIns="45720" anchor="t">
            <a:normAutofit/>
          </a:bodyPr>
          <a:lstStyle/>
          <a:p>
            <a:pPr marL="0" indent="0">
              <a:lnSpc>
                <a:spcPct val="100000"/>
              </a:lnSpc>
              <a:spcBef>
                <a:spcPts val="1400"/>
              </a:spcBef>
              <a:buNone/>
            </a:pPr>
            <a:r>
              <a:rPr lang="en-US" sz="2200" dirty="0">
                <a:solidFill>
                  <a:schemeClr val="accent3">
                    <a:lumMod val="25000"/>
                  </a:schemeClr>
                </a:solidFill>
                <a:latin typeface="Abadi"/>
              </a:rPr>
              <a:t>The Folium map visualizes the selected launch site's proximity to nearby infrastructure and geographical features. Distance measurements to the coastline, highways, and railways help evaluate the operational advantages of the launch location. The analysis shows that SpaceX launch sites are strategically positioned to balance safety, accessibility, and mission requirements</a:t>
            </a:r>
            <a:endParaRPr lang="en-US" sz="2200" dirty="0">
              <a:solidFill>
                <a:schemeClr val="accent3">
                  <a:lumMod val="25000"/>
                </a:schemeClr>
              </a:solidFill>
              <a:latin typeface="Abadi" panose="020B0604020104020204" pitchFamily="34" charset="0"/>
            </a:endParaRPr>
          </a:p>
        </p:txBody>
      </p:sp>
      <p:sp>
        <p:nvSpPr>
          <p:cNvPr id="8" name="Title 1">
            <a:extLst>
              <a:ext uri="{FF2B5EF4-FFF2-40B4-BE49-F238E27FC236}">
                <a16:creationId xmlns:a16="http://schemas.microsoft.com/office/drawing/2014/main" id="{34C97452-C78A-4701-B8AB-ABFE63D5BED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Site Proximity Analysis</a:t>
            </a:r>
          </a:p>
        </p:txBody>
      </p:sp>
      <p:pic>
        <p:nvPicPr>
          <p:cNvPr id="6" name="Grafik 5">
            <a:extLst>
              <a:ext uri="{FF2B5EF4-FFF2-40B4-BE49-F238E27FC236}">
                <a16:creationId xmlns:a16="http://schemas.microsoft.com/office/drawing/2014/main" id="{50265D23-66CC-48A9-91F9-E09B1B13BB6A}"/>
              </a:ext>
            </a:extLst>
          </p:cNvPr>
          <p:cNvPicPr>
            <a:picLocks noChangeAspect="1"/>
          </p:cNvPicPr>
          <p:nvPr/>
        </p:nvPicPr>
        <p:blipFill>
          <a:blip r:embed="rId3"/>
          <a:stretch>
            <a:fillRect/>
          </a:stretch>
        </p:blipFill>
        <p:spPr>
          <a:xfrm>
            <a:off x="6822526" y="2160791"/>
            <a:ext cx="4635446" cy="2182609"/>
          </a:xfrm>
          <a:prstGeom prst="rect">
            <a:avLst/>
          </a:prstGeom>
        </p:spPr>
      </p:pic>
    </p:spTree>
    <p:extLst>
      <p:ext uri="{BB962C8B-B14F-4D97-AF65-F5344CB8AC3E}">
        <p14:creationId xmlns:p14="http://schemas.microsoft.com/office/powerpoint/2010/main" val="2324990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8BBD4D-F87B-2648-91EB-CF6A4BF6870A}"/>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4</a:t>
            </a:r>
          </a:p>
        </p:txBody>
      </p:sp>
    </p:spTree>
    <p:extLst>
      <p:ext uri="{BB962C8B-B14F-4D97-AF65-F5344CB8AC3E}">
        <p14:creationId xmlns:p14="http://schemas.microsoft.com/office/powerpoint/2010/main" val="7334617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44</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70010" y="1262270"/>
            <a:ext cx="9745589" cy="1441173"/>
          </a:xfrm>
          <a:prstGeom prst="rect">
            <a:avLst/>
          </a:prstGeom>
        </p:spPr>
        <p:txBody>
          <a:bodyPr lIns="91440" tIns="45720" rIns="91440" bIns="45720" anchor="t">
            <a:normAutofit fontScale="92500"/>
          </a:bodyPr>
          <a:lstStyle/>
          <a:p>
            <a:pPr marL="0" indent="0">
              <a:lnSpc>
                <a:spcPct val="100000"/>
              </a:lnSpc>
              <a:spcBef>
                <a:spcPts val="1400"/>
              </a:spcBef>
              <a:buNone/>
            </a:pPr>
            <a:r>
              <a:rPr lang="en-US" sz="2200" dirty="0">
                <a:solidFill>
                  <a:schemeClr val="accent3">
                    <a:lumMod val="25000"/>
                  </a:schemeClr>
                </a:solidFill>
                <a:latin typeface="Abadi"/>
              </a:rPr>
              <a:t>The pie chart displays the distribution of successful launches across all SpaceX launch sites. The largest portions correspond to the sites with the highest number of successful missions, demonstrating that Florida-based launch facilities handled most Falcon 9 operations and contributed significantly to overall mission success.</a:t>
            </a:r>
          </a:p>
        </p:txBody>
      </p:sp>
      <p:sp>
        <p:nvSpPr>
          <p:cNvPr id="8" name="Title 1">
            <a:extLst>
              <a:ext uri="{FF2B5EF4-FFF2-40B4-BE49-F238E27FC236}">
                <a16:creationId xmlns:a16="http://schemas.microsoft.com/office/drawing/2014/main" id="{9456A072-47A6-4424-9ABE-F398119040D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Success Count by Launch Site</a:t>
            </a:r>
          </a:p>
        </p:txBody>
      </p:sp>
      <p:pic>
        <p:nvPicPr>
          <p:cNvPr id="4" name="Grafik 3">
            <a:extLst>
              <a:ext uri="{FF2B5EF4-FFF2-40B4-BE49-F238E27FC236}">
                <a16:creationId xmlns:a16="http://schemas.microsoft.com/office/drawing/2014/main" id="{277AA7DD-CD4C-47C8-B50C-E2E4F63132F1}"/>
              </a:ext>
            </a:extLst>
          </p:cNvPr>
          <p:cNvPicPr>
            <a:picLocks noChangeAspect="1"/>
          </p:cNvPicPr>
          <p:nvPr/>
        </p:nvPicPr>
        <p:blipFill>
          <a:blip r:embed="rId3"/>
          <a:stretch>
            <a:fillRect/>
          </a:stretch>
        </p:blipFill>
        <p:spPr>
          <a:xfrm>
            <a:off x="770011" y="2642147"/>
            <a:ext cx="10551583" cy="3383426"/>
          </a:xfrm>
          <a:prstGeom prst="rect">
            <a:avLst/>
          </a:prstGeom>
        </p:spPr>
      </p:pic>
    </p:spTree>
    <p:extLst>
      <p:ext uri="{BB962C8B-B14F-4D97-AF65-F5344CB8AC3E}">
        <p14:creationId xmlns:p14="http://schemas.microsoft.com/office/powerpoint/2010/main" val="7001329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45</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34027" y="1269034"/>
            <a:ext cx="10687962" cy="1409116"/>
          </a:xfrm>
          <a:prstGeom prst="rect">
            <a:avLst/>
          </a:prstGeom>
        </p:spPr>
        <p:txBody>
          <a:bodyPr lIns="91440" tIns="45720" rIns="91440" bIns="45720" anchor="t">
            <a:normAutofit lnSpcReduction="10000"/>
          </a:bodyPr>
          <a:lstStyle/>
          <a:p>
            <a:pPr marL="0" indent="0" algn="l" rtl="0" eaLnBrk="1" fontAlgn="t" latinLnBrk="0" hangingPunct="1">
              <a:spcBef>
                <a:spcPts val="0"/>
              </a:spcBef>
              <a:spcAft>
                <a:spcPts val="0"/>
              </a:spcAft>
              <a:buNone/>
            </a:pPr>
            <a:r>
              <a:rPr lang="en-US" sz="1600" i="0" u="none" strike="noStrike" kern="1200" dirty="0">
                <a:solidFill>
                  <a:srgbClr val="000000"/>
                </a:solidFill>
                <a:effectLst/>
                <a:latin typeface="Segoe UI" panose="020B0502040204020203" pitchFamily="34" charset="0"/>
              </a:rPr>
              <a:t>The pie chart shows the distribution of successful and unsuccessful launches for the launch site with the highest success ratio. The large proportion of successful missions demonstrates the strong performance and reliability achieved at this location.</a:t>
            </a:r>
          </a:p>
          <a:p>
            <a:pPr marL="0" indent="0" algn="l" rtl="0" eaLnBrk="1" fontAlgn="t" latinLnBrk="0" hangingPunct="1">
              <a:spcBef>
                <a:spcPts val="0"/>
              </a:spcBef>
              <a:spcAft>
                <a:spcPts val="0"/>
              </a:spcAft>
              <a:buNone/>
            </a:pPr>
            <a:endParaRPr lang="en-US" sz="1600" i="0" u="none" strike="noStrike" dirty="0">
              <a:effectLst/>
              <a:latin typeface="Arial" panose="020B0604020202020204" pitchFamily="34" charset="0"/>
            </a:endParaRPr>
          </a:p>
          <a:p>
            <a:pPr marL="0" indent="0" algn="l" rtl="0" eaLnBrk="1" fontAlgn="t" latinLnBrk="0" hangingPunct="1">
              <a:spcBef>
                <a:spcPts val="0"/>
              </a:spcBef>
              <a:spcAft>
                <a:spcPts val="0"/>
              </a:spcAft>
              <a:buNone/>
            </a:pPr>
            <a:r>
              <a:rPr lang="en-US" sz="1600" i="0" u="none" strike="noStrike" kern="1200" dirty="0">
                <a:solidFill>
                  <a:srgbClr val="000000"/>
                </a:solidFill>
                <a:effectLst/>
                <a:latin typeface="Segoe UI" panose="020B0502040204020203" pitchFamily="34" charset="0"/>
              </a:rPr>
              <a:t>Key Takeaway: This launch site recorded the highest launch success ratio, making it one of the most reliable SpaceX launch facilities in the dataset.</a:t>
            </a:r>
            <a:endParaRPr lang="en-US" sz="1600" i="0" u="none" strike="noStrike" dirty="0">
              <a:effectLst/>
              <a:latin typeface="Arial" panose="020B0604020202020204" pitchFamily="34" charset="0"/>
            </a:endParaRPr>
          </a:p>
        </p:txBody>
      </p:sp>
      <p:sp>
        <p:nvSpPr>
          <p:cNvPr id="8" name="Title 1">
            <a:extLst>
              <a:ext uri="{FF2B5EF4-FFF2-40B4-BE49-F238E27FC236}">
                <a16:creationId xmlns:a16="http://schemas.microsoft.com/office/drawing/2014/main" id="{4EF94599-779E-457E-B57B-6063EBF7A840}"/>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Site with the Highest Success Ratio</a:t>
            </a:r>
          </a:p>
        </p:txBody>
      </p:sp>
      <p:pic>
        <p:nvPicPr>
          <p:cNvPr id="4" name="Grafik 3">
            <a:extLst>
              <a:ext uri="{FF2B5EF4-FFF2-40B4-BE49-F238E27FC236}">
                <a16:creationId xmlns:a16="http://schemas.microsoft.com/office/drawing/2014/main" id="{B2962489-45B2-4784-8C20-2C92E8E9B3A8}"/>
              </a:ext>
            </a:extLst>
          </p:cNvPr>
          <p:cNvPicPr>
            <a:picLocks noChangeAspect="1"/>
          </p:cNvPicPr>
          <p:nvPr/>
        </p:nvPicPr>
        <p:blipFill>
          <a:blip r:embed="rId3"/>
          <a:stretch>
            <a:fillRect/>
          </a:stretch>
        </p:blipFill>
        <p:spPr>
          <a:xfrm>
            <a:off x="734027" y="2678150"/>
            <a:ext cx="10687962" cy="3436914"/>
          </a:xfrm>
          <a:prstGeom prst="rect">
            <a:avLst/>
          </a:prstGeom>
        </p:spPr>
      </p:pic>
    </p:spTree>
    <p:extLst>
      <p:ext uri="{BB962C8B-B14F-4D97-AF65-F5344CB8AC3E}">
        <p14:creationId xmlns:p14="http://schemas.microsoft.com/office/powerpoint/2010/main" val="18661607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46</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70011" y="1453056"/>
            <a:ext cx="10414662" cy="1325079"/>
          </a:xfrm>
          <a:prstGeom prst="rect">
            <a:avLst/>
          </a:prstGeom>
        </p:spPr>
        <p:txBody>
          <a:bodyPr lIns="91440" tIns="45720" rIns="91440" bIns="45720" anchor="t">
            <a:normAutofit fontScale="77500" lnSpcReduction="20000"/>
          </a:bodyPr>
          <a:lstStyle/>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Short Explanation: The scatter plot illustrates the relationship between payload mass and launch outcome. By adjusting the payload range slider, different mission groups can be explored. The results show that successful landings occurred across a wide range of payload masses, indicating that Falcon 9 boosters can reliably recover even during demanding </a:t>
            </a:r>
            <a:r>
              <a:rPr lang="en-US" sz="2200" dirty="0" err="1">
                <a:solidFill>
                  <a:schemeClr val="accent3">
                    <a:lumMod val="25000"/>
                  </a:schemeClr>
                </a:solidFill>
                <a:latin typeface="Abadi" panose="020B0604020104020204" pitchFamily="34" charset="0"/>
              </a:rPr>
              <a:t>missions.Key</a:t>
            </a:r>
            <a:r>
              <a:rPr lang="en-US" sz="2200" dirty="0">
                <a:solidFill>
                  <a:schemeClr val="accent3">
                    <a:lumMod val="25000"/>
                  </a:schemeClr>
                </a:solidFill>
                <a:latin typeface="Abadi" panose="020B0604020104020204" pitchFamily="34" charset="0"/>
              </a:rPr>
              <a:t> </a:t>
            </a:r>
            <a:r>
              <a:rPr lang="en-US" sz="2200" dirty="0" err="1">
                <a:solidFill>
                  <a:schemeClr val="accent3">
                    <a:lumMod val="25000"/>
                  </a:schemeClr>
                </a:solidFill>
                <a:latin typeface="Abadi" panose="020B0604020104020204" pitchFamily="34" charset="0"/>
              </a:rPr>
              <a:t>TakeawayFalcon</a:t>
            </a:r>
            <a:r>
              <a:rPr lang="en-US" sz="2200" dirty="0">
                <a:solidFill>
                  <a:schemeClr val="accent3">
                    <a:lumMod val="25000"/>
                  </a:schemeClr>
                </a:solidFill>
                <a:latin typeface="Abadi" panose="020B0604020104020204" pitchFamily="34" charset="0"/>
              </a:rPr>
              <a:t> 9 achieved high landing success rates across various payload ranges, with newer booster versions delivering the most consistent performance.</a:t>
            </a:r>
          </a:p>
        </p:txBody>
      </p:sp>
      <p:sp>
        <p:nvSpPr>
          <p:cNvPr id="12" name="Title 1">
            <a:extLst>
              <a:ext uri="{FF2B5EF4-FFF2-40B4-BE49-F238E27FC236}">
                <a16:creationId xmlns:a16="http://schemas.microsoft.com/office/drawing/2014/main" id="{4D271BF5-BAA1-4CEB-A575-76A097FABBB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Payload Mass vs. Launch Outcome Analysis</a:t>
            </a:r>
          </a:p>
        </p:txBody>
      </p:sp>
      <p:pic>
        <p:nvPicPr>
          <p:cNvPr id="7" name="Grafik 6">
            <a:extLst>
              <a:ext uri="{FF2B5EF4-FFF2-40B4-BE49-F238E27FC236}">
                <a16:creationId xmlns:a16="http://schemas.microsoft.com/office/drawing/2014/main" id="{AAB29ACB-EF47-484E-BB43-4DBC9C5EFCFE}"/>
              </a:ext>
            </a:extLst>
          </p:cNvPr>
          <p:cNvPicPr>
            <a:picLocks noChangeAspect="1"/>
          </p:cNvPicPr>
          <p:nvPr/>
        </p:nvPicPr>
        <p:blipFill>
          <a:blip r:embed="rId3"/>
          <a:stretch>
            <a:fillRect/>
          </a:stretch>
        </p:blipFill>
        <p:spPr>
          <a:xfrm>
            <a:off x="770011" y="2778135"/>
            <a:ext cx="10515600" cy="2785360"/>
          </a:xfrm>
          <a:prstGeom prst="rect">
            <a:avLst/>
          </a:prstGeom>
        </p:spPr>
      </p:pic>
    </p:spTree>
    <p:extLst>
      <p:ext uri="{BB962C8B-B14F-4D97-AF65-F5344CB8AC3E}">
        <p14:creationId xmlns:p14="http://schemas.microsoft.com/office/powerpoint/2010/main" val="2523596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37DFD2-2B76-8445-A1BD-6628DC42C398}"/>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5</a:t>
            </a:r>
          </a:p>
        </p:txBody>
      </p:sp>
    </p:spTree>
    <p:extLst>
      <p:ext uri="{BB962C8B-B14F-4D97-AF65-F5344CB8AC3E}">
        <p14:creationId xmlns:p14="http://schemas.microsoft.com/office/powerpoint/2010/main" val="12903941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6C985E-BCEF-DD49-BB47-C4649A79F0D8}"/>
              </a:ext>
            </a:extLst>
          </p:cNvPr>
          <p:cNvSpPr>
            <a:spLocks noGrp="1"/>
          </p:cNvSpPr>
          <p:nvPr>
            <p:ph type="sldNum" sz="quarter" idx="12"/>
          </p:nvPr>
        </p:nvSpPr>
        <p:spPr/>
        <p:txBody>
          <a:bodyPr/>
          <a:lstStyle/>
          <a:p>
            <a:fld id="{5075537C-CA84-1446-933C-8E9D027F9201}" type="slidenum">
              <a:rPr lang="en-US" smtClean="0"/>
              <a:t>48</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type="body" sz="half" idx="4294967295"/>
          </p:nvPr>
        </p:nvSpPr>
        <p:spPr>
          <a:xfrm>
            <a:off x="770010" y="2082114"/>
            <a:ext cx="5325989" cy="3811588"/>
          </a:xfrm>
          <a:prstGeom prst="rect">
            <a:avLst/>
          </a:prstGeom>
        </p:spPr>
        <p:txBody>
          <a:bodyPr vert="horz" lIns="91440" tIns="45720" rIns="91440" bIns="45720" rtlCol="0" anchor="t">
            <a:normAutofit/>
          </a:bodyPr>
          <a:lstStyle/>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Short </a:t>
            </a:r>
            <a:r>
              <a:rPr lang="en-US" sz="2200" dirty="0" err="1">
                <a:solidFill>
                  <a:schemeClr val="accent3">
                    <a:lumMod val="25000"/>
                  </a:schemeClr>
                </a:solidFill>
                <a:latin typeface="Abadi" panose="020B0604020104020204" pitchFamily="34" charset="0"/>
              </a:rPr>
              <a:t>ExplanationAll</a:t>
            </a:r>
            <a:r>
              <a:rPr lang="en-US" sz="2200" dirty="0">
                <a:solidFill>
                  <a:schemeClr val="accent3">
                    <a:lumMod val="25000"/>
                  </a:schemeClr>
                </a:solidFill>
                <a:latin typeface="Abadi" panose="020B0604020104020204" pitchFamily="34" charset="0"/>
              </a:rPr>
              <a:t> four classification models achieved the same accuracy of 83.33% on the test dataset. Logistic Regression, SVM, Decision Tree, and KNN demonstrated similar predictive performance for Falcon 9 landing outcome prediction.</a:t>
            </a:r>
          </a:p>
        </p:txBody>
      </p:sp>
      <p:sp>
        <p:nvSpPr>
          <p:cNvPr id="9" name="Title 1">
            <a:extLst>
              <a:ext uri="{FF2B5EF4-FFF2-40B4-BE49-F238E27FC236}">
                <a16:creationId xmlns:a16="http://schemas.microsoft.com/office/drawing/2014/main" id="{B68D8986-45AC-4FB5-96E8-C45F9603EB5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Classification Accuracy</a:t>
            </a:r>
            <a:endParaRPr lang="en-US" dirty="0">
              <a:solidFill>
                <a:srgbClr val="0B49CB"/>
              </a:solidFill>
            </a:endParaRPr>
          </a:p>
        </p:txBody>
      </p:sp>
      <p:pic>
        <p:nvPicPr>
          <p:cNvPr id="6" name="Grafik 5">
            <a:extLst>
              <a:ext uri="{FF2B5EF4-FFF2-40B4-BE49-F238E27FC236}">
                <a16:creationId xmlns:a16="http://schemas.microsoft.com/office/drawing/2014/main" id="{4446AF7A-BDE3-4792-B3D0-7B3CEC1AC19C}"/>
              </a:ext>
            </a:extLst>
          </p:cNvPr>
          <p:cNvPicPr>
            <a:picLocks noChangeAspect="1"/>
          </p:cNvPicPr>
          <p:nvPr/>
        </p:nvPicPr>
        <p:blipFill>
          <a:blip r:embed="rId3"/>
          <a:stretch>
            <a:fillRect/>
          </a:stretch>
        </p:blipFill>
        <p:spPr>
          <a:xfrm>
            <a:off x="6247459" y="1953404"/>
            <a:ext cx="5038152" cy="2951192"/>
          </a:xfrm>
          <a:prstGeom prst="rect">
            <a:avLst/>
          </a:prstGeom>
        </p:spPr>
      </p:pic>
    </p:spTree>
    <p:extLst>
      <p:ext uri="{BB962C8B-B14F-4D97-AF65-F5344CB8AC3E}">
        <p14:creationId xmlns:p14="http://schemas.microsoft.com/office/powerpoint/2010/main" val="24594460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6C985E-BCEF-DD49-BB47-C4649A79F0D8}"/>
              </a:ext>
            </a:extLst>
          </p:cNvPr>
          <p:cNvSpPr>
            <a:spLocks noGrp="1"/>
          </p:cNvSpPr>
          <p:nvPr>
            <p:ph type="sldNum" sz="quarter" idx="12"/>
          </p:nvPr>
        </p:nvSpPr>
        <p:spPr/>
        <p:txBody>
          <a:bodyPr/>
          <a:lstStyle/>
          <a:p>
            <a:fld id="{5075537C-CA84-1446-933C-8E9D027F9201}" type="slidenum">
              <a:rPr lang="en-US" smtClean="0"/>
              <a:t>49</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type="body" sz="half" idx="4294967295"/>
          </p:nvPr>
        </p:nvSpPr>
        <p:spPr>
          <a:xfrm>
            <a:off x="770011" y="2057400"/>
            <a:ext cx="3961015" cy="3811588"/>
          </a:xfrm>
          <a:prstGeom prst="rect">
            <a:avLst/>
          </a:prstGeom>
        </p:spPr>
        <p:txBody>
          <a:bodyPr>
            <a:normAutofit fontScale="92500" lnSpcReduction="20000"/>
          </a:bodyPr>
          <a:lstStyle/>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The confusion matrix of KNN</a:t>
            </a:r>
          </a:p>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Short Explanation : The confusion matrix shows that the model correctly classified 12 successful landings and 3 unsuccessful landings. No successful landings were missed (0 false negatives). However, 3 unsuccessful landings were incorrectly predicted as successful landings. Overall, the model demonstrates strong performance in predicting Falcon 9 landing outcomes.</a:t>
            </a:r>
          </a:p>
        </p:txBody>
      </p:sp>
      <p:sp>
        <p:nvSpPr>
          <p:cNvPr id="9" name="Title 1">
            <a:extLst>
              <a:ext uri="{FF2B5EF4-FFF2-40B4-BE49-F238E27FC236}">
                <a16:creationId xmlns:a16="http://schemas.microsoft.com/office/drawing/2014/main" id="{533106AC-60D7-46AE-8E64-7B84ABDBD099}"/>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Confusion Matrix</a:t>
            </a:r>
            <a:endParaRPr lang="en-US" dirty="0">
              <a:solidFill>
                <a:srgbClr val="0B49CB"/>
              </a:solidFill>
            </a:endParaRPr>
          </a:p>
        </p:txBody>
      </p:sp>
      <p:pic>
        <p:nvPicPr>
          <p:cNvPr id="3" name="Grafik 2">
            <a:extLst>
              <a:ext uri="{FF2B5EF4-FFF2-40B4-BE49-F238E27FC236}">
                <a16:creationId xmlns:a16="http://schemas.microsoft.com/office/drawing/2014/main" id="{6EA455C4-30A1-4E4D-8D71-D4A35163A2B3}"/>
              </a:ext>
            </a:extLst>
          </p:cNvPr>
          <p:cNvPicPr>
            <a:picLocks noChangeAspect="1"/>
          </p:cNvPicPr>
          <p:nvPr/>
        </p:nvPicPr>
        <p:blipFill>
          <a:blip r:embed="rId3"/>
          <a:stretch>
            <a:fillRect/>
          </a:stretch>
        </p:blipFill>
        <p:spPr>
          <a:xfrm>
            <a:off x="5626971" y="1825228"/>
            <a:ext cx="5658640" cy="4401164"/>
          </a:xfrm>
          <a:prstGeom prst="rect">
            <a:avLst/>
          </a:prstGeom>
        </p:spPr>
      </p:pic>
    </p:spTree>
    <p:extLst>
      <p:ext uri="{BB962C8B-B14F-4D97-AF65-F5344CB8AC3E}">
        <p14:creationId xmlns:p14="http://schemas.microsoft.com/office/powerpoint/2010/main" val="36450342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A56319-AADE-D741-AA33-1311B7CA8C0C}"/>
              </a:ext>
            </a:extLst>
          </p:cNvPr>
          <p:cNvSpPr>
            <a:spLocks noGrp="1"/>
          </p:cNvSpPr>
          <p:nvPr>
            <p:ph type="sldNum" sz="quarter" idx="12"/>
          </p:nvPr>
        </p:nvSpPr>
        <p:spPr/>
        <p:txBody>
          <a:bodyPr/>
          <a:lstStyle/>
          <a:p>
            <a:fld id="{5075537C-CA84-1446-933C-8E9D027F9201}" type="slidenum">
              <a:rPr lang="en-US" smtClean="0"/>
              <a:t>50</a:t>
            </a:fld>
            <a:endParaRPr lang="en-US"/>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11" y="1610139"/>
            <a:ext cx="10515600" cy="4616253"/>
          </a:xfrm>
          <a:prstGeom prst="rect">
            <a:avLst/>
          </a:prstGeom>
        </p:spPr>
        <p:txBody>
          <a:bodyPr>
            <a:normAutofit fontScale="77500" lnSpcReduction="20000"/>
          </a:bodyPr>
          <a:lstStyle/>
          <a:p>
            <a:pPr>
              <a:lnSpc>
                <a:spcPct val="100000"/>
              </a:lnSpc>
              <a:spcBef>
                <a:spcPts val="1400"/>
              </a:spcBef>
            </a:pPr>
            <a:r>
              <a:rPr lang="en-US" sz="2200" dirty="0">
                <a:solidFill>
                  <a:schemeClr val="accent3">
                    <a:lumMod val="25000"/>
                  </a:schemeClr>
                </a:solidFill>
                <a:latin typeface="Abadi" panose="020B0604020104020204" pitchFamily="34" charset="0"/>
              </a:rPr>
              <a:t>Data from the SpaceX API and Wikipedia was successfully collected, cleaned, and prepared for analysis.</a:t>
            </a:r>
          </a:p>
          <a:p>
            <a:pPr>
              <a:lnSpc>
                <a:spcPct val="100000"/>
              </a:lnSpc>
              <a:spcBef>
                <a:spcPts val="1400"/>
              </a:spcBef>
            </a:pPr>
            <a:r>
              <a:rPr lang="en-US" sz="2200" dirty="0">
                <a:solidFill>
                  <a:schemeClr val="accent3">
                    <a:lumMod val="25000"/>
                  </a:schemeClr>
                </a:solidFill>
                <a:latin typeface="Abadi" panose="020B0604020104020204" pitchFamily="34" charset="0"/>
              </a:rPr>
              <a:t>Exploratory Data Analysis identified launch site, orbit type, and payload mass as important factors influencing landing success.</a:t>
            </a:r>
          </a:p>
          <a:p>
            <a:pPr>
              <a:lnSpc>
                <a:spcPct val="100000"/>
              </a:lnSpc>
              <a:spcBef>
                <a:spcPts val="1400"/>
              </a:spcBef>
            </a:pPr>
            <a:r>
              <a:rPr lang="en-US" sz="2200" dirty="0">
                <a:solidFill>
                  <a:schemeClr val="accent3">
                    <a:lumMod val="25000"/>
                  </a:schemeClr>
                </a:solidFill>
                <a:latin typeface="Abadi" panose="020B0604020104020204" pitchFamily="34" charset="0"/>
              </a:rPr>
              <a:t>Interactive Folium maps and </a:t>
            </a:r>
            <a:r>
              <a:rPr lang="en-US" sz="2200" dirty="0" err="1">
                <a:solidFill>
                  <a:schemeClr val="accent3">
                    <a:lumMod val="25000"/>
                  </a:schemeClr>
                </a:solidFill>
                <a:latin typeface="Abadi" panose="020B0604020104020204" pitchFamily="34" charset="0"/>
              </a:rPr>
              <a:t>Plotly</a:t>
            </a:r>
            <a:r>
              <a:rPr lang="en-US" sz="2200" dirty="0">
                <a:solidFill>
                  <a:schemeClr val="accent3">
                    <a:lumMod val="25000"/>
                  </a:schemeClr>
                </a:solidFill>
                <a:latin typeface="Abadi" panose="020B0604020104020204" pitchFamily="34" charset="0"/>
              </a:rPr>
              <a:t> Dash dashboards provided valuable insights into launch performance and geographic patterns.</a:t>
            </a:r>
          </a:p>
          <a:p>
            <a:pPr>
              <a:lnSpc>
                <a:spcPct val="100000"/>
              </a:lnSpc>
              <a:spcBef>
                <a:spcPts val="1400"/>
              </a:spcBef>
            </a:pPr>
            <a:r>
              <a:rPr lang="en-US" sz="2200" dirty="0">
                <a:solidFill>
                  <a:schemeClr val="accent3">
                    <a:lumMod val="25000"/>
                  </a:schemeClr>
                </a:solidFill>
                <a:latin typeface="Abadi" panose="020B0604020104020204" pitchFamily="34" charset="0"/>
              </a:rPr>
              <a:t>Falcon 9 mission success rates improved significantly over time, demonstrating advancements in reusable rocket technology.</a:t>
            </a:r>
          </a:p>
          <a:p>
            <a:pPr>
              <a:lnSpc>
                <a:spcPct val="100000"/>
              </a:lnSpc>
              <a:spcBef>
                <a:spcPts val="1400"/>
              </a:spcBef>
            </a:pPr>
            <a:r>
              <a:rPr lang="en-US" sz="2200" dirty="0">
                <a:solidFill>
                  <a:schemeClr val="accent3">
                    <a:lumMod val="25000"/>
                  </a:schemeClr>
                </a:solidFill>
                <a:latin typeface="Abadi" panose="020B0604020104020204" pitchFamily="34" charset="0"/>
              </a:rPr>
              <a:t>Multiple machine learning models were developed and evaluated for landing outcome prediction.</a:t>
            </a:r>
          </a:p>
          <a:p>
            <a:pPr>
              <a:lnSpc>
                <a:spcPct val="100000"/>
              </a:lnSpc>
              <a:spcBef>
                <a:spcPts val="1400"/>
              </a:spcBef>
            </a:pPr>
            <a:r>
              <a:rPr lang="en-US" sz="2200" dirty="0">
                <a:solidFill>
                  <a:schemeClr val="accent3">
                    <a:lumMod val="25000"/>
                  </a:schemeClr>
                </a:solidFill>
                <a:latin typeface="Abadi" panose="020B0604020104020204" pitchFamily="34" charset="0"/>
              </a:rPr>
              <a:t>Logistic Regression, SVM, Decision Tree, and KNN all achieved an accuracy of 83.33% on the test dataset.</a:t>
            </a:r>
          </a:p>
          <a:p>
            <a:pPr>
              <a:lnSpc>
                <a:spcPct val="100000"/>
              </a:lnSpc>
              <a:spcBef>
                <a:spcPts val="1400"/>
              </a:spcBef>
            </a:pPr>
            <a:r>
              <a:rPr lang="en-US" sz="2200" dirty="0">
                <a:solidFill>
                  <a:schemeClr val="accent3">
                    <a:lumMod val="25000"/>
                  </a:schemeClr>
                </a:solidFill>
                <a:latin typeface="Abadi" panose="020B0604020104020204" pitchFamily="34" charset="0"/>
              </a:rPr>
              <a:t>The predictive models demonstrated that Falcon 9 landing outcomes can be forecasted effectively using historical launch data.</a:t>
            </a:r>
          </a:p>
          <a:p>
            <a:pPr>
              <a:lnSpc>
                <a:spcPct val="100000"/>
              </a:lnSpc>
              <a:spcBef>
                <a:spcPts val="1400"/>
              </a:spcBef>
            </a:pPr>
            <a:r>
              <a:rPr lang="en-US" sz="2200" dirty="0">
                <a:solidFill>
                  <a:schemeClr val="accent3">
                    <a:lumMod val="25000"/>
                  </a:schemeClr>
                </a:solidFill>
                <a:latin typeface="Abadi" panose="020B0604020104020204" pitchFamily="34" charset="0"/>
              </a:rPr>
              <a:t>Overall, the project shows how data science techniques can support decision-making and performance analysis in the aerospace industry.</a:t>
            </a:r>
          </a:p>
        </p:txBody>
      </p:sp>
      <p:sp>
        <p:nvSpPr>
          <p:cNvPr id="9" name="Title 1">
            <a:extLst>
              <a:ext uri="{FF2B5EF4-FFF2-40B4-BE49-F238E27FC236}">
                <a16:creationId xmlns:a16="http://schemas.microsoft.com/office/drawing/2014/main" id="{FB98079A-48C6-4E10-8AB1-B940BD1E42D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Conclusions</a:t>
            </a:r>
            <a:endParaRPr lang="en-US">
              <a:solidFill>
                <a:srgbClr val="0B49CB"/>
              </a:solidFill>
            </a:endParaRPr>
          </a:p>
        </p:txBody>
      </p:sp>
    </p:spTree>
    <p:extLst>
      <p:ext uri="{BB962C8B-B14F-4D97-AF65-F5344CB8AC3E}">
        <p14:creationId xmlns:p14="http://schemas.microsoft.com/office/powerpoint/2010/main" val="16301236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7525D5A-386D-C541-9D42-BBDEA82289E4}"/>
              </a:ext>
            </a:extLst>
          </p:cNvPr>
          <p:cNvSpPr>
            <a:spLocks noGrp="1"/>
          </p:cNvSpPr>
          <p:nvPr>
            <p:ph type="sldNum" sz="quarter" idx="12"/>
          </p:nvPr>
        </p:nvSpPr>
        <p:spPr/>
        <p:txBody>
          <a:bodyPr/>
          <a:lstStyle/>
          <a:p>
            <a:fld id="{5075537C-CA84-1446-933C-8E9D027F9201}" type="slidenum">
              <a:rPr lang="en-US" smtClean="0"/>
              <a:t>51</a:t>
            </a:fld>
            <a:endParaRPr lang="en-US"/>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11" y="1859522"/>
            <a:ext cx="10515600" cy="4351338"/>
          </a:xfrm>
          <a:prstGeom prst="rect">
            <a:avLst/>
          </a:prstGeom>
        </p:spPr>
        <p:txBody>
          <a:bodyPr>
            <a:normAutofit/>
          </a:bodyPr>
          <a:lstStyle/>
          <a:p>
            <a:pPr marL="0" indent="0" fontAlgn="t">
              <a:buNone/>
            </a:pPr>
            <a:r>
              <a:rPr lang="en-US" sz="1600" b="1" i="0" dirty="0">
                <a:effectLst/>
                <a:latin typeface="Segoe UI" panose="020B0502040204020203" pitchFamily="34" charset="0"/>
              </a:rPr>
              <a:t>Supporting Materials</a:t>
            </a:r>
            <a:endParaRPr lang="en-US" sz="1600" b="0" i="0" dirty="0">
              <a:effectLst/>
              <a:latin typeface="Segoe UI" panose="020B0502040204020203" pitchFamily="34" charset="0"/>
            </a:endParaRPr>
          </a:p>
          <a:p>
            <a:pPr fontAlgn="t">
              <a:buFont typeface="Arial" panose="020B0604020202020204" pitchFamily="34" charset="0"/>
              <a:buChar char="•"/>
            </a:pPr>
            <a:r>
              <a:rPr lang="en-US" sz="1600" b="0" i="0" dirty="0">
                <a:effectLst/>
                <a:latin typeface="Segoe UI" panose="020B0502040204020203" pitchFamily="34" charset="0"/>
              </a:rPr>
              <a:t>Python Code</a:t>
            </a:r>
          </a:p>
          <a:p>
            <a:pPr fontAlgn="t">
              <a:buFont typeface="Arial" panose="020B0604020202020204" pitchFamily="34" charset="0"/>
              <a:buChar char="•"/>
            </a:pPr>
            <a:r>
              <a:rPr lang="en-US" sz="1600" b="0" i="0" dirty="0">
                <a:effectLst/>
                <a:latin typeface="Segoe UI" panose="020B0502040204020203" pitchFamily="34" charset="0"/>
              </a:rPr>
              <a:t>SQL Queries</a:t>
            </a:r>
          </a:p>
          <a:p>
            <a:pPr fontAlgn="t">
              <a:buFont typeface="Arial" panose="020B0604020202020204" pitchFamily="34" charset="0"/>
              <a:buChar char="•"/>
            </a:pPr>
            <a:r>
              <a:rPr lang="en-US" sz="1600" b="0" i="0" dirty="0">
                <a:effectLst/>
                <a:latin typeface="Segoe UI" panose="020B0502040204020203" pitchFamily="34" charset="0"/>
              </a:rPr>
              <a:t>Dashboard Screenshots</a:t>
            </a:r>
          </a:p>
          <a:p>
            <a:pPr fontAlgn="t">
              <a:buFont typeface="Arial" panose="020B0604020202020204" pitchFamily="34" charset="0"/>
              <a:buChar char="•"/>
            </a:pPr>
            <a:r>
              <a:rPr lang="en-US" sz="1600" b="0" i="0" dirty="0">
                <a:effectLst/>
                <a:latin typeface="Segoe UI" panose="020B0502040204020203" pitchFamily="34" charset="0"/>
              </a:rPr>
              <a:t>Folium Maps</a:t>
            </a:r>
          </a:p>
          <a:p>
            <a:pPr fontAlgn="t">
              <a:buFont typeface="Arial" panose="020B0604020202020204" pitchFamily="34" charset="0"/>
              <a:buChar char="•"/>
            </a:pPr>
            <a:r>
              <a:rPr lang="en-US" sz="1600" b="0" i="0" dirty="0">
                <a:effectLst/>
                <a:latin typeface="Segoe UI" panose="020B0502040204020203" pitchFamily="34" charset="0"/>
              </a:rPr>
              <a:t>Model Results</a:t>
            </a:r>
          </a:p>
          <a:p>
            <a:pPr fontAlgn="t">
              <a:buFont typeface="Arial" panose="020B0604020202020204" pitchFamily="34" charset="0"/>
              <a:buChar char="•"/>
            </a:pPr>
            <a:r>
              <a:rPr lang="en-US" sz="1600" b="0" i="0" dirty="0">
                <a:effectLst/>
                <a:latin typeface="Segoe UI" panose="020B0502040204020203" pitchFamily="34" charset="0"/>
              </a:rPr>
              <a:t>Confusion Matrix</a:t>
            </a:r>
          </a:p>
          <a:p>
            <a:pPr fontAlgn="t">
              <a:buFont typeface="Arial" panose="020B0604020202020204" pitchFamily="34" charset="0"/>
              <a:buChar char="•"/>
            </a:pPr>
            <a:r>
              <a:rPr lang="en-US" sz="1600" b="0" i="0" dirty="0">
                <a:effectLst/>
                <a:latin typeface="Segoe UI" panose="020B0502040204020203" pitchFamily="34" charset="0"/>
              </a:rPr>
              <a:t>Dataset Samples</a:t>
            </a:r>
          </a:p>
          <a:p>
            <a:pPr fontAlgn="t">
              <a:buFont typeface="Arial" panose="020B0604020202020204" pitchFamily="34" charset="0"/>
              <a:buChar char="•"/>
            </a:pPr>
            <a:r>
              <a:rPr lang="en-US" sz="1600" b="0" i="0" dirty="0">
                <a:effectLst/>
                <a:latin typeface="Segoe UI" panose="020B0502040204020203" pitchFamily="34" charset="0"/>
              </a:rPr>
              <a:t>GitHub Repository Link</a:t>
            </a:r>
          </a:p>
        </p:txBody>
      </p:sp>
      <p:sp>
        <p:nvSpPr>
          <p:cNvPr id="11" name="Title 1">
            <a:extLst>
              <a:ext uri="{FF2B5EF4-FFF2-40B4-BE49-F238E27FC236}">
                <a16:creationId xmlns:a16="http://schemas.microsoft.com/office/drawing/2014/main" id="{60F8A56C-5EE1-4DBF-842D-C2A130AA680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Appendix</a:t>
            </a:r>
            <a:endParaRPr lang="en-US" dirty="0">
              <a:solidFill>
                <a:srgbClr val="0B49CB"/>
              </a:solidFill>
            </a:endParaRPr>
          </a:p>
        </p:txBody>
      </p:sp>
    </p:spTree>
    <p:extLst>
      <p:ext uri="{BB962C8B-B14F-4D97-AF65-F5344CB8AC3E}">
        <p14:creationId xmlns:p14="http://schemas.microsoft.com/office/powerpoint/2010/main" val="34100085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1040741"/>
      </p:ext>
    </p:extLst>
  </p:cSld>
  <p:clrMapOvr>
    <a:masterClrMapping/>
  </p:clrMapOvr>
  <p:transition spd="slow">
    <p:push dir="u"/>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2" ma:contentTypeDescription="Create a new document." ma:contentTypeScope="" ma:versionID="5271f8e20090c87afed7729ac71f61b2">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cf12c133eb44377ebd94fdb7db4757b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DA07C5-A406-4A0D-B3E6-3856C94AC7F3}">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f80a141d-92ca-4d3d-9308-f7e7b1d44ce8"/>
    <ds:schemaRef ds:uri="http://purl.org/dc/dcmitype/"/>
    <ds:schemaRef ds:uri="http://www.w3.org/XML/1998/namespace"/>
    <ds:schemaRef ds:uri="155be751-a274-42e8-93fb-f39d3b9bccc8"/>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3.xml><?xml version="1.0" encoding="utf-8"?>
<ds:datastoreItem xmlns:ds="http://schemas.openxmlformats.org/officeDocument/2006/customXml" ds:itemID="{FD840426-F08D-42AC-9846-A20E4AB85A26}">
  <ds:schemaRefs>
    <ds:schemaRef ds:uri="155be751-a274-42e8-93fb-f39d3b9bccc8"/>
    <ds:schemaRef ds:uri="f80a141d-92ca-4d3d-9308-f7e7b1d44ce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0</TotalTime>
  <Words>2617</Words>
  <Application>Microsoft Office PowerPoint</Application>
  <PresentationFormat>Breitbild</PresentationFormat>
  <Paragraphs>334</Paragraphs>
  <Slides>52</Slides>
  <Notes>6</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52</vt:i4>
      </vt:variant>
    </vt:vector>
  </HeadingPairs>
  <TitlesOfParts>
    <vt:vector size="60" baseType="lpstr">
      <vt:lpstr>Abadi</vt:lpstr>
      <vt:lpstr>Arial</vt:lpstr>
      <vt:lpstr>Calibri</vt:lpstr>
      <vt:lpstr>Calibri Light</vt:lpstr>
      <vt:lpstr>IBM Plex Mono SemiBold</vt:lpstr>
      <vt:lpstr>IBM Plex Mono Text</vt:lpstr>
      <vt:lpstr>Segoe UI</vt:lpstr>
      <vt:lpstr>Custom Design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&lt;Title&gt;</dc:title>
  <dc:creator>YAN Luo</dc:creator>
  <cp:lastModifiedBy>Ugur Polat</cp:lastModifiedBy>
  <cp:revision>219</cp:revision>
  <dcterms:created xsi:type="dcterms:W3CDTF">2021-04-29T18:58:34Z</dcterms:created>
  <dcterms:modified xsi:type="dcterms:W3CDTF">2026-10-20T14:43:09Z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ies>
</file>